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rts/chart1.xml" ContentType="application/vnd.openxmlformats-officedocument.drawingml.chart+xml"/>
  <Override PartName="/ppt/commentAuthors.xml" ContentType="application/vnd.openxmlformats-officedocument.presentationml.commentAuthors+xml"/>
  <Override PartName="/ppt/embeddings/oleObject1.bin" ContentType="application/vnd.openxmlformats-officedocument.oleObject"/>
  <Override PartName="/ppt/embeddings/oleObject10.bin" ContentType="application/vnd.openxmlformats-officedocument.oleObject"/>
  <Override PartName="/ppt/embeddings/oleObject11.bin" ContentType="application/vnd.openxmlformats-officedocument.oleObject"/>
  <Override PartName="/ppt/embeddings/oleObject2.bin" ContentType="application/vnd.openxmlformats-officedocument.oleObject"/>
  <Override PartName="/ppt/embeddings/oleObject3.bin" ContentType="application/vnd.openxmlformats-officedocument.oleObject"/>
  <Override PartName="/ppt/embeddings/oleObject4.bin" ContentType="application/vnd.openxmlformats-officedocument.oleObject"/>
  <Override PartName="/ppt/embeddings/oleObject5.bin" ContentType="application/vnd.openxmlformats-officedocument.oleObject"/>
  <Override PartName="/ppt/embeddings/oleObject6.bin" ContentType="application/vnd.openxmlformats-officedocument.oleObject"/>
  <Override PartName="/ppt/embeddings/oleObject7.bin" ContentType="application/vnd.openxmlformats-officedocument.oleObject"/>
  <Override PartName="/ppt/embeddings/oleObject8.bin" ContentType="application/vnd.openxmlformats-officedocument.oleObject"/>
  <Override PartName="/ppt/embeddings/oleObject9.bin" ContentType="application/vnd.openxmlformats-officedocument.oleObject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4"/>
  </p:sldMasterIdLst>
  <p:notesMasterIdLst>
    <p:notesMasterId r:id="rId8"/>
  </p:notesMasterIdLst>
  <p:handoutMasterIdLst>
    <p:handoutMasterId r:id="rId9"/>
  </p:handoutMasterIdLst>
  <p:sldIdLst>
    <p:sldId id="437" r:id="rId5"/>
    <p:sldId id="564" r:id="rId6"/>
    <p:sldId id="565" r:id="rId7"/>
  </p:sldIdLst>
  <p:sldSz cx="9144000" cy="6858000" type="screen4x3"/>
  <p:notesSz cx="7010400" cy="9296400"/>
  <p:custDataLst>
    <p:tags r:id="rId10"/>
  </p:custData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5496" userDrawn="1">
          <p15:clr>
            <a:srgbClr val="A4A3A4"/>
          </p15:clr>
        </p15:guide>
        <p15:guide id="3" pos="312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Brandon Dexter" initials="BD" lastIdx="6" clrIdx="0">
    <p:extLst>
      <p:ext uri="{19B8F6BF-5375-455C-9EA6-DF929625EA0E}">
        <p15:presenceInfo xmlns:p15="http://schemas.microsoft.com/office/powerpoint/2012/main" userId="S::bdexter@mendelsonortho.com::d87bf048-f6b7-4ad7-bf59-86662dbf848c" providerId="AD"/>
      </p:ext>
    </p:extLst>
  </p:cmAuthor>
  <p:cmAuthor id="2" name="Jack Stoney" initials="JS" lastIdx="114" clrIdx="1">
    <p:extLst>
      <p:ext uri="{19B8F6BF-5375-455C-9EA6-DF929625EA0E}">
        <p15:presenceInfo xmlns:p15="http://schemas.microsoft.com/office/powerpoint/2012/main" userId="S::jstoney@martiscapital.com::65c1e58c-de89-400f-9457-916ff1d2b91d" providerId="AD"/>
      </p:ext>
    </p:extLst>
  </p:cmAuthor>
  <p:cmAuthor id="3" name="Greg Brown" initials="GB" lastIdx="2" clrIdx="2">
    <p:extLst>
      <p:ext uri="{19B8F6BF-5375-455C-9EA6-DF929625EA0E}">
        <p15:presenceInfo xmlns:p15="http://schemas.microsoft.com/office/powerpoint/2012/main" userId="S::gbrown_synergyhealth.org#ext#@martiscapital.com::49ca71f6-b5f4-48d4-9bab-566b605bf9a7" providerId="AD"/>
      </p:ext>
    </p:extLst>
  </p:cmAuthor>
  <p:cmAuthor id="4" name="dviellieu@synergyhealth.org" initials="dv" lastIdx="5" clrIdx="3">
    <p:extLst>
      <p:ext uri="{19B8F6BF-5375-455C-9EA6-DF929625EA0E}">
        <p15:presenceInfo xmlns:p15="http://schemas.microsoft.com/office/powerpoint/2012/main" userId="S::urn:spo:guest#dviellieu@synergyhealth.org::" providerId="AD"/>
      </p:ext>
    </p:extLst>
  </p:cmAuthor>
  <p:cmAuthor id="5" name="bdexter@synergyhealth.org" initials="bd" lastIdx="2" clrIdx="4">
    <p:extLst>
      <p:ext uri="{19B8F6BF-5375-455C-9EA6-DF929625EA0E}">
        <p15:presenceInfo xmlns:p15="http://schemas.microsoft.com/office/powerpoint/2012/main" userId="S::urn:spo:guest#bdexter@synergyhealth.org::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49A698"/>
    <a:srgbClr val="54819B"/>
    <a:srgbClr val="363C40"/>
    <a:srgbClr val="CE4A57"/>
    <a:srgbClr val="4F6877"/>
    <a:srgbClr val="C1C6C8"/>
    <a:srgbClr val="E2E7EA"/>
    <a:srgbClr val="7EA7BD"/>
    <a:srgbClr val="474749"/>
    <a:srgbClr val="A2C9E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01" d="100"/>
          <a:sy n="101" d="100"/>
        </p:scale>
        <p:origin x="1308" y="102"/>
      </p:cViewPr>
      <p:guideLst>
        <p:guide orient="horz" pos="2160"/>
        <p:guide pos="5496"/>
        <p:guide pos="312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>
        <p:scale>
          <a:sx n="1" d="2"/>
          <a:sy n="1" d="2"/>
        </p:scale>
        <p:origin x="0" y="0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notesMaster" Target="notesMasters/notesMaster1.xml"/><Relationship Id="rId9" Type="http://schemas.openxmlformats.org/officeDocument/2006/relationships/handoutMaster" Target="handoutMasters/handoutMaster1.xml"/><Relationship Id="rId10" Type="http://schemas.openxmlformats.org/officeDocument/2006/relationships/tags" Target="tags/tag1.xml"/><Relationship Id="rId11" Type="http://schemas.openxmlformats.org/officeDocument/2006/relationships/commentAuthors" Target="commentAuthors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Actual</c:v>
                </c:pt>
              </c:strCache>
            </c:strRef>
          </c:tx>
          <c:spPr>
            <a:solidFill>
              <a:srgbClr val="49A698"/>
            </a:solidFill>
          </c:spPr>
          <c:cat>
            <c:strRef>
              <c:f>Sheet1!$A$2:$A$8</c:f>
              <c:strCache>
                <c:ptCount val="7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450</c:v>
                </c:pt>
                <c:pt idx="1">
                  <c:v>400</c:v>
                </c:pt>
                <c:pt idx="2">
                  <c:v>406</c:v>
                </c:pt>
                <c:pt idx="3">
                  <c:v>492</c:v>
                </c:pt>
                <c:pt idx="4">
                  <c:v>461</c:v>
                </c:pt>
                <c:pt idx="5">
                  <c:v>496</c:v>
                </c:pt>
                <c:pt idx="6">
                  <c:v>534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Plan</c:v>
                </c:pt>
              </c:strCache>
            </c:strRef>
          </c:tx>
          <c:spPr>
            <a:solidFill>
              <a:srgbClr val="C1C6C8"/>
            </a:solidFill>
          </c:spPr>
          <c:cat>
            <c:strRef>
              <c:f>Sheet1!$A$2:$A$8</c:f>
              <c:strCache>
                <c:ptCount val="7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</c:strCache>
            </c: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496</c:v>
                </c:pt>
                <c:pt idx="1">
                  <c:v>452</c:v>
                </c:pt>
                <c:pt idx="2">
                  <c:v>548</c:v>
                </c:pt>
                <c:pt idx="3">
                  <c:v>589</c:v>
                </c:pt>
                <c:pt idx="4">
                  <c:v>459</c:v>
                </c:pt>
                <c:pt idx="5">
                  <c:v>560</c:v>
                </c:pt>
                <c:pt idx="6">
                  <c:v>523</c:v>
                </c:pt>
              </c:numCache>
            </c:numRef>
          </c:val>
        </c:ser>
        <c:dLbls>
          <c:txPr>
            <a:bodyPr/>
            <a:lstStyle/>
            <a:p>
              <a:pPr>
                <a:defRPr sz="900" b="1">
                  <a:solidFill>
                    <a:srgbClr val="363C40"/>
                  </a:solidFill>
                  <a:latin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overlap val="-1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C1C6C8"/>
            </a:solidFill>
          </a:ln>
        </c:spPr>
        <c:txPr>
          <a:bodyPr/>
          <a:lstStyle/>
          <a:p>
            <a:pPr>
              <a:defRPr sz="1000">
                <a:solidFill>
                  <a:srgbClr val="363C40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700.0"/>
          <c:min val="0.0"/>
        </c:scaling>
        <c:delete val="0"/>
        <c:axPos val="l"/>
        <c:majorGridlines>
          <c:spPr>
            <a:ln w="9525">
              <a:solidFill>
                <a:srgbClr val="E8EAEB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900">
                <a:solidFill>
                  <a:srgbClr val="6B7276"/>
                </a:solidFill>
                <a:latin typeface="Arial"/>
              </a:defRPr>
            </a:pPr>
          </a:p>
        </c:txPr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1000">
              <a:solidFill>
                <a:srgbClr val="363C40"/>
              </a:solidFill>
              <a:latin typeface="Arial"/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3CD5C84C-3DB3-44AC-A425-5FCAD0EB8C94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037840" cy="466435"/>
          </a:xfrm>
          <a:prstGeom prst="rect">
            <a:avLst/>
          </a:prstGeom>
        </p:spPr>
        <p:txBody>
          <a:bodyPr vert="horz" lIns="93176" tIns="46588" rIns="93176" bIns="46588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4FBFA3E-F13E-41EB-A70B-E54E386FCEBA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970939" y="0"/>
            <a:ext cx="3037840" cy="466435"/>
          </a:xfrm>
          <a:prstGeom prst="rect">
            <a:avLst/>
          </a:prstGeom>
        </p:spPr>
        <p:txBody>
          <a:bodyPr vert="horz" lIns="93176" tIns="46588" rIns="93176" bIns="46588" rtlCol="0"/>
          <a:lstStyle>
            <a:lvl1pPr algn="r">
              <a:defRPr sz="1200"/>
            </a:lvl1pPr>
          </a:lstStyle>
          <a:p>
            <a:fld id="{1FAB254B-F611-48C2-917B-7AB8BF6A14DB}" type="datetimeFigureOut">
              <a:rPr lang="en-US" smtClean="0"/>
              <a:t>7/20/2026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12C8D99-467B-425F-9D2F-6475A4F9FD63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829968"/>
            <a:ext cx="3037840" cy="466434"/>
          </a:xfrm>
          <a:prstGeom prst="rect">
            <a:avLst/>
          </a:prstGeom>
        </p:spPr>
        <p:txBody>
          <a:bodyPr vert="horz" lIns="93176" tIns="46588" rIns="93176" bIns="46588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63DD916-A9CA-42D3-8610-D38A021886A3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970939" y="8829968"/>
            <a:ext cx="3037840" cy="466434"/>
          </a:xfrm>
          <a:prstGeom prst="rect">
            <a:avLst/>
          </a:prstGeom>
        </p:spPr>
        <p:txBody>
          <a:bodyPr vert="horz" lIns="93176" tIns="46588" rIns="93176" bIns="46588" rtlCol="0" anchor="b"/>
          <a:lstStyle>
            <a:lvl1pPr algn="r">
              <a:defRPr sz="1200"/>
            </a:lvl1pPr>
          </a:lstStyle>
          <a:p>
            <a:fld id="{FEFF31C2-A188-4A90-AF4D-F796787D26E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23305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37840" cy="466435"/>
          </a:xfrm>
          <a:prstGeom prst="rect">
            <a:avLst/>
          </a:prstGeom>
        </p:spPr>
        <p:txBody>
          <a:bodyPr vert="horz" lIns="93176" tIns="46588" rIns="93176" bIns="46588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970939" y="0"/>
            <a:ext cx="3037840" cy="466435"/>
          </a:xfrm>
          <a:prstGeom prst="rect">
            <a:avLst/>
          </a:prstGeom>
        </p:spPr>
        <p:txBody>
          <a:bodyPr vert="horz" lIns="93176" tIns="46588" rIns="93176" bIns="46588" rtlCol="0"/>
          <a:lstStyle>
            <a:lvl1pPr algn="r">
              <a:defRPr sz="1200"/>
            </a:lvl1pPr>
          </a:lstStyle>
          <a:p>
            <a:fld id="{2B57E803-7EBB-4891-8667-B9C3DF38666F}" type="datetimeFigureOut">
              <a:rPr lang="en-US" smtClean="0"/>
              <a:t>7/20/2026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412875" y="1162050"/>
            <a:ext cx="4184650" cy="3138488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3176" tIns="46588" rIns="93176" bIns="46588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01041" y="4473893"/>
            <a:ext cx="5608320" cy="3660458"/>
          </a:xfrm>
          <a:prstGeom prst="rect">
            <a:avLst/>
          </a:prstGeom>
        </p:spPr>
        <p:txBody>
          <a:bodyPr vert="horz" lIns="93176" tIns="46588" rIns="93176" bIns="46588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829968"/>
            <a:ext cx="3037840" cy="466434"/>
          </a:xfrm>
          <a:prstGeom prst="rect">
            <a:avLst/>
          </a:prstGeom>
        </p:spPr>
        <p:txBody>
          <a:bodyPr vert="horz" lIns="93176" tIns="46588" rIns="93176" bIns="46588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970939" y="8829968"/>
            <a:ext cx="3037840" cy="466434"/>
          </a:xfrm>
          <a:prstGeom prst="rect">
            <a:avLst/>
          </a:prstGeom>
        </p:spPr>
        <p:txBody>
          <a:bodyPr vert="horz" lIns="93176" tIns="46588" rIns="93176" bIns="46588" rtlCol="0" anchor="b"/>
          <a:lstStyle>
            <a:lvl1pPr algn="r">
              <a:defRPr sz="1200"/>
            </a:lvl1pPr>
          </a:lstStyle>
          <a:p>
            <a:fld id="{47642FBD-59CF-4DC2-9618-D08EE4696FE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450266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tags" Target="../tags/tag4.xml"/><Relationship Id="rId2" Type="http://schemas.openxmlformats.org/officeDocument/2006/relationships/slideMaster" Target="../slideMasters/slideMaster1.xml"/><Relationship Id="rId3" Type="http://schemas.openxmlformats.org/officeDocument/2006/relationships/oleObject" Target="../embeddings/oleObject2.bin"/><Relationship Id="rId4" Type="http://schemas.openxmlformats.org/officeDocument/2006/relationships/image" Target="../media/image3.emf"/><Relationship Id="rId5" Type="http://schemas.openxmlformats.org/officeDocument/2006/relationships/image" Target="../media/image4.png"/><Relationship Id="rId6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tags" Target="../tags/tag5.xml"/><Relationship Id="rId2" Type="http://schemas.openxmlformats.org/officeDocument/2006/relationships/tags" Target="../tags/tag6.xml"/><Relationship Id="rId3" Type="http://schemas.openxmlformats.org/officeDocument/2006/relationships/tags" Target="../tags/tag7.xml"/><Relationship Id="rId4" Type="http://schemas.openxmlformats.org/officeDocument/2006/relationships/slideMaster" Target="../slideMasters/slideMaster1.xml"/><Relationship Id="rId5" Type="http://schemas.openxmlformats.org/officeDocument/2006/relationships/oleObject" Target="../embeddings/oleObject3.bin"/><Relationship Id="rId6" Type="http://schemas.openxmlformats.org/officeDocument/2006/relationships/image" Target="../media/image1.emf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tags" Target="../tags/tag8.xml"/><Relationship Id="rId2" Type="http://schemas.openxmlformats.org/officeDocument/2006/relationships/tags" Target="../tags/tag9.xml"/><Relationship Id="rId3" Type="http://schemas.openxmlformats.org/officeDocument/2006/relationships/tags" Target="../tags/tag10.xml"/><Relationship Id="rId4" Type="http://schemas.openxmlformats.org/officeDocument/2006/relationships/slideMaster" Target="../slideMasters/slideMaster1.xml"/><Relationship Id="rId5" Type="http://schemas.openxmlformats.org/officeDocument/2006/relationships/oleObject" Target="../embeddings/oleObject3.bin"/><Relationship Id="rId6" Type="http://schemas.openxmlformats.org/officeDocument/2006/relationships/image" Target="../media/image1.emf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tags" Target="../tags/tag11.xml"/><Relationship Id="rId2" Type="http://schemas.openxmlformats.org/officeDocument/2006/relationships/tags" Target="../tags/tag12.xml"/><Relationship Id="rId3" Type="http://schemas.openxmlformats.org/officeDocument/2006/relationships/slideMaster" Target="../slideMasters/slideMaster1.xml"/><Relationship Id="rId4" Type="http://schemas.openxmlformats.org/officeDocument/2006/relationships/oleObject" Target="../embeddings/oleObject4.bin"/><Relationship Id="rId5" Type="http://schemas.openxmlformats.org/officeDocument/2006/relationships/image" Target="../media/image1.emf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tags" Target="../tags/tag13.xml"/><Relationship Id="rId2" Type="http://schemas.openxmlformats.org/officeDocument/2006/relationships/tags" Target="../tags/tag14.xml"/><Relationship Id="rId3" Type="http://schemas.openxmlformats.org/officeDocument/2006/relationships/tags" Target="../tags/tag15.xml"/><Relationship Id="rId4" Type="http://schemas.openxmlformats.org/officeDocument/2006/relationships/slideMaster" Target="../slideMasters/slideMaster1.xml"/><Relationship Id="rId5" Type="http://schemas.openxmlformats.org/officeDocument/2006/relationships/oleObject" Target="../embeddings/oleObject5.bin"/><Relationship Id="rId6" Type="http://schemas.openxmlformats.org/officeDocument/2006/relationships/image" Target="../media/image1.emf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tags" Target="../tags/tag16.xml"/><Relationship Id="rId2" Type="http://schemas.openxmlformats.org/officeDocument/2006/relationships/tags" Target="../tags/tag17.xml"/><Relationship Id="rId3" Type="http://schemas.openxmlformats.org/officeDocument/2006/relationships/tags" Target="../tags/tag18.xml"/><Relationship Id="rId4" Type="http://schemas.openxmlformats.org/officeDocument/2006/relationships/slideMaster" Target="../slideMasters/slideMaster1.xml"/><Relationship Id="rId5" Type="http://schemas.openxmlformats.org/officeDocument/2006/relationships/oleObject" Target="../embeddings/oleObject6.bin"/><Relationship Id="rId6" Type="http://schemas.openxmlformats.org/officeDocument/2006/relationships/image" Target="../media/image1.emf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tags" Target="../tags/tag19.xml"/><Relationship Id="rId2" Type="http://schemas.openxmlformats.org/officeDocument/2006/relationships/tags" Target="../tags/tag20.xml"/><Relationship Id="rId3" Type="http://schemas.openxmlformats.org/officeDocument/2006/relationships/slideMaster" Target="../slideMasters/slideMaster1.xml"/><Relationship Id="rId4" Type="http://schemas.openxmlformats.org/officeDocument/2006/relationships/oleObject" Target="../embeddings/oleObject7.bin"/><Relationship Id="rId5" Type="http://schemas.openxmlformats.org/officeDocument/2006/relationships/image" Target="../media/image1.emf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tags" Target="../tags/tag21.xml"/><Relationship Id="rId2" Type="http://schemas.openxmlformats.org/officeDocument/2006/relationships/tags" Target="../tags/tag22.xml"/><Relationship Id="rId3" Type="http://schemas.openxmlformats.org/officeDocument/2006/relationships/slideMaster" Target="../slideMasters/slideMaster1.xml"/><Relationship Id="rId4" Type="http://schemas.openxmlformats.org/officeDocument/2006/relationships/oleObject" Target="../embeddings/oleObject8.bin"/><Relationship Id="rId5" Type="http://schemas.openxmlformats.org/officeDocument/2006/relationships/image" Target="../media/image1.emf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tags" Target="../tags/tag23.xml"/><Relationship Id="rId2" Type="http://schemas.openxmlformats.org/officeDocument/2006/relationships/tags" Target="../tags/tag24.xml"/><Relationship Id="rId3" Type="http://schemas.openxmlformats.org/officeDocument/2006/relationships/slideMaster" Target="../slideMasters/slideMaster1.xml"/><Relationship Id="rId4" Type="http://schemas.openxmlformats.org/officeDocument/2006/relationships/oleObject" Target="../embeddings/oleObject9.bin"/><Relationship Id="rId5" Type="http://schemas.openxmlformats.org/officeDocument/2006/relationships/image" Target="../media/image1.emf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tags" Target="../tags/tag25.xml"/><Relationship Id="rId2" Type="http://schemas.openxmlformats.org/officeDocument/2006/relationships/tags" Target="../tags/tag26.xml"/><Relationship Id="rId3" Type="http://schemas.openxmlformats.org/officeDocument/2006/relationships/slideMaster" Target="../slideMasters/slideMaster1.xml"/><Relationship Id="rId4" Type="http://schemas.openxmlformats.org/officeDocument/2006/relationships/oleObject" Target="../embeddings/oleObject10.bin"/><Relationship Id="rId5" Type="http://schemas.openxmlformats.org/officeDocument/2006/relationships/image" Target="../media/image1.emf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Object 3" hidden="1">
            <a:extLst>
              <a:ext uri="{FF2B5EF4-FFF2-40B4-BE49-F238E27FC236}">
                <a16:creationId xmlns:a16="http://schemas.microsoft.com/office/drawing/2014/main" id="{E88F8950-5CF2-4207-A81B-F14DDF8B930D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218870409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624" imgH="623" progId="TCLayout.ActiveDocument.1">
                  <p:embed/>
                </p:oleObj>
              </mc:Choice>
              <mc:Fallback>
                <p:oleObj name="think-cell Slide" r:id="rId3" imgW="624" imgH="623" progId="TCLayout.ActiveDocument.1">
                  <p:embed/>
                  <p:pic>
                    <p:nvPicPr>
                      <p:cNvPr id="4" name="Object 3" hidden="1">
                        <a:extLst>
                          <a:ext uri="{FF2B5EF4-FFF2-40B4-BE49-F238E27FC236}">
                            <a16:creationId xmlns:a16="http://schemas.microsoft.com/office/drawing/2014/main" id="{E88F8950-5CF2-4207-A81B-F14DDF8B930D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0" name="Rectangle 29">
            <a:extLst>
              <a:ext uri="{FF2B5EF4-FFF2-40B4-BE49-F238E27FC236}">
                <a16:creationId xmlns:a16="http://schemas.microsoft.com/office/drawing/2014/main" id="{756CA2E9-03EC-416C-931E-A8DC5ACD3C06}"/>
              </a:ext>
            </a:extLst>
          </p:cNvPr>
          <p:cNvSpPr/>
          <p:nvPr userDrawn="1"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pic>
        <p:nvPicPr>
          <p:cNvPr id="17" name="synergy-background.png" descr="synergy-background.png">
            <a:extLst>
              <a:ext uri="{FF2B5EF4-FFF2-40B4-BE49-F238E27FC236}">
                <a16:creationId xmlns:a16="http://schemas.microsoft.com/office/drawing/2014/main" id="{B136BB43-368F-4C0E-946B-ED35264EC890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5"/>
          <a:srcRect b="-428"/>
          <a:stretch/>
        </p:blipFill>
        <p:spPr>
          <a:xfrm>
            <a:off x="-55688" y="0"/>
            <a:ext cx="9494980" cy="5363787"/>
          </a:xfrm>
          <a:prstGeom prst="rect">
            <a:avLst/>
          </a:prstGeom>
          <a:ln w="12700">
            <a:miter lim="400000"/>
          </a:ln>
        </p:spPr>
      </p:pic>
      <p:pic>
        <p:nvPicPr>
          <p:cNvPr id="22" name="synergy-background.png" descr="synergy-background.png">
            <a:extLst>
              <a:ext uri="{FF2B5EF4-FFF2-40B4-BE49-F238E27FC236}">
                <a16:creationId xmlns:a16="http://schemas.microsoft.com/office/drawing/2014/main" id="{52576FDC-F1E7-4D02-99E1-2D31968EE3B4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5"/>
          <a:srcRect t="11209" b="60386"/>
          <a:stretch/>
        </p:blipFill>
        <p:spPr>
          <a:xfrm>
            <a:off x="-1172" y="5340927"/>
            <a:ext cx="9494980" cy="1517074"/>
          </a:xfrm>
          <a:prstGeom prst="rect">
            <a:avLst/>
          </a:prstGeom>
          <a:ln w="12700">
            <a:miter lim="400000"/>
          </a:ln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AE617F00-FAFA-43A5-AB5F-82AEDC39BE86}"/>
              </a:ext>
            </a:extLst>
          </p:cNvPr>
          <p:cNvSpPr/>
          <p:nvPr userDrawn="1"/>
        </p:nvSpPr>
        <p:spPr>
          <a:xfrm>
            <a:off x="-1066800" y="752475"/>
            <a:ext cx="695325" cy="495286"/>
          </a:xfrm>
          <a:prstGeom prst="rect">
            <a:avLst/>
          </a:prstGeom>
          <a:solidFill>
            <a:srgbClr val="49A69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3ADBCDD-81E5-4370-99B8-0CC85F9FDB19}"/>
              </a:ext>
            </a:extLst>
          </p:cNvPr>
          <p:cNvSpPr/>
          <p:nvPr userDrawn="1"/>
        </p:nvSpPr>
        <p:spPr>
          <a:xfrm>
            <a:off x="-1066800" y="1362075"/>
            <a:ext cx="695325" cy="495286"/>
          </a:xfrm>
          <a:prstGeom prst="rect">
            <a:avLst/>
          </a:prstGeom>
          <a:solidFill>
            <a:srgbClr val="CE4A5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2C80A3D-CCAC-407F-900F-86D64D4481D4}"/>
              </a:ext>
            </a:extLst>
          </p:cNvPr>
          <p:cNvSpPr/>
          <p:nvPr userDrawn="1"/>
        </p:nvSpPr>
        <p:spPr>
          <a:xfrm>
            <a:off x="-1066800" y="1933575"/>
            <a:ext cx="695325" cy="495286"/>
          </a:xfrm>
          <a:prstGeom prst="rect">
            <a:avLst/>
          </a:prstGeom>
          <a:solidFill>
            <a:srgbClr val="54819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D4B85E21-61C2-4CF6-837A-6C4F4A058E41}"/>
              </a:ext>
            </a:extLst>
          </p:cNvPr>
          <p:cNvSpPr/>
          <p:nvPr userDrawn="1"/>
        </p:nvSpPr>
        <p:spPr>
          <a:xfrm>
            <a:off x="-1066800" y="2514600"/>
            <a:ext cx="695325" cy="495286"/>
          </a:xfrm>
          <a:prstGeom prst="rect">
            <a:avLst/>
          </a:prstGeom>
          <a:solidFill>
            <a:srgbClr val="363C4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32578C0-519E-46B8-84F2-040D9EA8C21D}"/>
              </a:ext>
            </a:extLst>
          </p:cNvPr>
          <p:cNvSpPr/>
          <p:nvPr userDrawn="1"/>
        </p:nvSpPr>
        <p:spPr>
          <a:xfrm>
            <a:off x="-1066800" y="3190875"/>
            <a:ext cx="695325" cy="495286"/>
          </a:xfrm>
          <a:prstGeom prst="rect">
            <a:avLst/>
          </a:prstGeom>
          <a:solidFill>
            <a:srgbClr val="E2E7E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D7FB5361-F6C6-4311-8198-6312D00BA7D6}"/>
              </a:ext>
            </a:extLst>
          </p:cNvPr>
          <p:cNvSpPr/>
          <p:nvPr userDrawn="1"/>
        </p:nvSpPr>
        <p:spPr>
          <a:xfrm>
            <a:off x="-1066800" y="3848100"/>
            <a:ext cx="695325" cy="495286"/>
          </a:xfrm>
          <a:prstGeom prst="rect">
            <a:avLst/>
          </a:prstGeom>
          <a:solidFill>
            <a:srgbClr val="C1C6C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9" name="synergy-logo.png" descr="synergy-logo.png">
            <a:extLst>
              <a:ext uri="{FF2B5EF4-FFF2-40B4-BE49-F238E27FC236}">
                <a16:creationId xmlns:a16="http://schemas.microsoft.com/office/drawing/2014/main" id="{D1263717-9E62-48C0-9B2B-28E994785C90}"/>
              </a:ext>
            </a:extLst>
          </p:cNvPr>
          <p:cNvPicPr>
            <a:picLocks noChangeAspect="1"/>
          </p:cNvPicPr>
          <p:nvPr userDrawn="1"/>
        </p:nvPicPr>
        <p:blipFill>
          <a:blip r:embed="rId6"/>
          <a:srcRect/>
          <a:stretch>
            <a:fillRect/>
          </a:stretch>
        </p:blipFill>
        <p:spPr>
          <a:xfrm>
            <a:off x="5214255" y="2553789"/>
            <a:ext cx="3611137" cy="2031265"/>
          </a:xfrm>
          <a:prstGeom prst="rect">
            <a:avLst/>
          </a:prstGeom>
          <a:ln w="12700">
            <a:miter lim="400000"/>
          </a:ln>
        </p:spPr>
      </p:pic>
    </p:spTree>
    <p:extLst>
      <p:ext uri="{BB962C8B-B14F-4D97-AF65-F5344CB8AC3E}">
        <p14:creationId xmlns:p14="http://schemas.microsoft.com/office/powerpoint/2010/main" val="283354478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ext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Do not remove" hidden="1">
            <a:extLst>
              <a:ext uri="{FF2B5EF4-FFF2-40B4-BE49-F238E27FC236}">
                <a16:creationId xmlns:a16="http://schemas.microsoft.com/office/drawing/2014/main" id="{4B96F7D1-5FA0-42D0-AA55-E61B3D7877F8}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0" y="0"/>
            <a:ext cx="12700" cy="12700"/>
          </a:xfrm>
          <a:prstGeom prst="octagon">
            <a:avLst/>
          </a:prstGeom>
          <a:noFill/>
          <a:ln w="12700" cap="flat" cmpd="sng" algn="ctr">
            <a:noFill/>
            <a:prstDash val="solid"/>
            <a:miter lim="800000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7" name="Object 6" hidden="1">
            <a:extLst>
              <a:ext uri="{FF2B5EF4-FFF2-40B4-BE49-F238E27FC236}">
                <a16:creationId xmlns:a16="http://schemas.microsoft.com/office/drawing/2014/main" id="{D568BCE0-1213-4366-8B2C-D93A595544AA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2169168185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5" imgW="592" imgH="594" progId="TCLayout.ActiveDocument.1">
                  <p:embed/>
                </p:oleObj>
              </mc:Choice>
              <mc:Fallback>
                <p:oleObj name="think-cell Slide" r:id="rId5" imgW="592" imgH="594" progId="TCLayout.ActiveDocument.1">
                  <p:embed/>
                  <p:pic>
                    <p:nvPicPr>
                      <p:cNvPr id="7" name="Object 6" hidden="1">
                        <a:extLst>
                          <a:ext uri="{FF2B5EF4-FFF2-40B4-BE49-F238E27FC236}">
                            <a16:creationId xmlns:a16="http://schemas.microsoft.com/office/drawing/2014/main" id="{D568BCE0-1213-4366-8B2C-D93A595544A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5" name="Rectangle 4" hidden="1">
            <a:extLst>
              <a:ext uri="{FF2B5EF4-FFF2-40B4-BE49-F238E27FC236}">
                <a16:creationId xmlns:a16="http://schemas.microsoft.com/office/drawing/2014/main" id="{E2450BAF-29BB-4CB3-ABEF-E1E4DB6880D7}"/>
              </a:ext>
            </a:extLst>
          </p:cNvPr>
          <p:cNvSpPr/>
          <p:nvPr userDrawn="1">
            <p:custDataLst>
              <p:tags r:id="rId3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0" tIns="0" rIns="0" bIns="0" numCol="1" spcCol="0" rtlCol="0" anchor="ctr" anchorCtr="0">
            <a:noAutofit/>
          </a:bodyPr>
          <a:lstStyle/>
          <a:p>
            <a:pPr marL="0" lvl="0" indent="0" algn="ctr" eaLnBrk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1600" b="1" i="0" baseline="0">
              <a:latin typeface="Arial" panose="020B0604020202020204" pitchFamily="34" charset="0"/>
              <a:ea typeface="+mj-ea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D10AF42-3977-40F3-9CAB-C137679BC9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/>
          <a:lstStyle>
            <a:lvl1pPr>
              <a:defRPr>
                <a:latin typeface="Goldplay Bold" panose="00000800000000000000" pitchFamily="50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BCA816B0-3A23-4784-B471-952DF9593BC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230188" y="933777"/>
            <a:ext cx="8686800" cy="5303520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65D9B125-A662-4ADA-BE5E-E5E6FF9CD33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32338" y="6545404"/>
            <a:ext cx="8302062" cy="195313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lvl1pPr algn="l">
              <a:defRPr sz="800">
                <a:solidFill>
                  <a:srgbClr val="474749"/>
                </a:solidFill>
                <a:latin typeface="Goldplay Regular"/>
                <a:cs typeface="Arial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60215648-7409-4007-B4A4-2DAD693C596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53547" y="6545404"/>
            <a:ext cx="261853" cy="195313"/>
          </a:xfrm>
          <a:prstGeom prst="rect">
            <a:avLst/>
          </a:prstGeom>
          <a:ln w="15875">
            <a:noFill/>
          </a:ln>
        </p:spPr>
        <p:txBody>
          <a:bodyPr vert="horz" lIns="0" tIns="0" rIns="0" bIns="0" rtlCol="0" anchor="ctr">
            <a:noAutofit/>
          </a:bodyPr>
          <a:lstStyle>
            <a:lvl1pPr algn="r">
              <a:defRPr sz="800">
                <a:solidFill>
                  <a:srgbClr val="474749"/>
                </a:solidFill>
                <a:latin typeface="Goldplay Regular"/>
                <a:cs typeface="Arial" panose="020B0604020202020204" pitchFamily="34" charset="0"/>
              </a:defRPr>
            </a:lvl1pPr>
          </a:lstStyle>
          <a:p>
            <a:fld id="{E787E26D-2180-4E25-AB0B-12023A6BF6AE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707739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ext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Do not remove" hidden="1">
            <a:extLst>
              <a:ext uri="{FF2B5EF4-FFF2-40B4-BE49-F238E27FC236}">
                <a16:creationId xmlns:a16="http://schemas.microsoft.com/office/drawing/2014/main" id="{07C79932-994B-4C52-A9A9-E9CAD444613A}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0" y="0"/>
            <a:ext cx="12700" cy="12700"/>
          </a:xfrm>
          <a:prstGeom prst="octagon">
            <a:avLst/>
          </a:prstGeom>
          <a:noFill/>
          <a:ln w="12700" cap="flat" cmpd="sng" algn="ctr">
            <a:noFill/>
            <a:prstDash val="solid"/>
            <a:miter lim="800000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7" name="Object 6" hidden="1">
            <a:extLst>
              <a:ext uri="{FF2B5EF4-FFF2-40B4-BE49-F238E27FC236}">
                <a16:creationId xmlns:a16="http://schemas.microsoft.com/office/drawing/2014/main" id="{D568BCE0-1213-4366-8B2C-D93A595544AA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2169168185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5" imgW="592" imgH="594" progId="TCLayout.ActiveDocument.1">
                  <p:embed/>
                </p:oleObj>
              </mc:Choice>
              <mc:Fallback>
                <p:oleObj name="think-cell Slide" r:id="rId5" imgW="592" imgH="594" progId="TCLayout.ActiveDocument.1">
                  <p:embed/>
                  <p:pic>
                    <p:nvPicPr>
                      <p:cNvPr id="7" name="Object 6" hidden="1">
                        <a:extLst>
                          <a:ext uri="{FF2B5EF4-FFF2-40B4-BE49-F238E27FC236}">
                            <a16:creationId xmlns:a16="http://schemas.microsoft.com/office/drawing/2014/main" id="{D568BCE0-1213-4366-8B2C-D93A595544A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5" name="Rectangle 4" hidden="1">
            <a:extLst>
              <a:ext uri="{FF2B5EF4-FFF2-40B4-BE49-F238E27FC236}">
                <a16:creationId xmlns:a16="http://schemas.microsoft.com/office/drawing/2014/main" id="{E2450BAF-29BB-4CB3-ABEF-E1E4DB6880D7}"/>
              </a:ext>
            </a:extLst>
          </p:cNvPr>
          <p:cNvSpPr/>
          <p:nvPr userDrawn="1">
            <p:custDataLst>
              <p:tags r:id="rId3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0" tIns="0" rIns="0" bIns="0" numCol="1" spcCol="0" rtlCol="0" anchor="ctr" anchorCtr="0">
            <a:noAutofit/>
          </a:bodyPr>
          <a:lstStyle/>
          <a:p>
            <a:pPr marL="0" lvl="0" indent="0" algn="ctr" eaLnBrk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1600" b="1" i="0" baseline="0">
              <a:latin typeface="Arial" panose="020B0604020202020204" pitchFamily="34" charset="0"/>
              <a:ea typeface="+mj-ea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D10AF42-3977-40F3-9CAB-C137679BC9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/>
          <a:lstStyle>
            <a:lvl1pPr>
              <a:defRPr>
                <a:latin typeface="Goldplay Bold" panose="00000800000000000000" pitchFamily="50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BCA816B0-3A23-4784-B471-952DF9593BC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230188" y="933777"/>
            <a:ext cx="8686800" cy="5303520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65D9B125-A662-4ADA-BE5E-E5E6FF9CD33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32338" y="6545404"/>
            <a:ext cx="8302062" cy="195313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lvl1pPr algn="l">
              <a:defRPr sz="800">
                <a:solidFill>
                  <a:srgbClr val="474749"/>
                </a:solidFill>
                <a:latin typeface="Goldplay Regular"/>
                <a:cs typeface="Arial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60215648-7409-4007-B4A4-2DAD693C596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53547" y="6545404"/>
            <a:ext cx="261853" cy="195313"/>
          </a:xfrm>
          <a:prstGeom prst="rect">
            <a:avLst/>
          </a:prstGeom>
          <a:ln w="15875">
            <a:noFill/>
          </a:ln>
        </p:spPr>
        <p:txBody>
          <a:bodyPr vert="horz" lIns="0" tIns="0" rIns="0" bIns="0" rtlCol="0" anchor="ctr">
            <a:noAutofit/>
          </a:bodyPr>
          <a:lstStyle>
            <a:lvl1pPr algn="r">
              <a:defRPr sz="800">
                <a:solidFill>
                  <a:srgbClr val="474749"/>
                </a:solidFill>
                <a:latin typeface="Goldplay Regular"/>
                <a:cs typeface="Arial" panose="020B0604020202020204" pitchFamily="34" charset="0"/>
              </a:defRPr>
            </a:lvl1pPr>
          </a:lstStyle>
          <a:p>
            <a:fld id="{E787E26D-2180-4E25-AB0B-12023A6BF6AE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707739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Object 6" hidden="1">
            <a:extLst>
              <a:ext uri="{FF2B5EF4-FFF2-40B4-BE49-F238E27FC236}">
                <a16:creationId xmlns:a16="http://schemas.microsoft.com/office/drawing/2014/main" id="{D568BCE0-1213-4366-8B2C-D93A595544AA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173950749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592" imgH="594" progId="TCLayout.ActiveDocument.1">
                  <p:embed/>
                </p:oleObj>
              </mc:Choice>
              <mc:Fallback>
                <p:oleObj name="think-cell Slide" r:id="rId4" imgW="592" imgH="594" progId="TCLayout.ActiveDocument.1">
                  <p:embed/>
                  <p:pic>
                    <p:nvPicPr>
                      <p:cNvPr id="7" name="Object 6" hidden="1">
                        <a:extLst>
                          <a:ext uri="{FF2B5EF4-FFF2-40B4-BE49-F238E27FC236}">
                            <a16:creationId xmlns:a16="http://schemas.microsoft.com/office/drawing/2014/main" id="{D568BCE0-1213-4366-8B2C-D93A595544A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5" name="Rectangle 4" hidden="1">
            <a:extLst>
              <a:ext uri="{FF2B5EF4-FFF2-40B4-BE49-F238E27FC236}">
                <a16:creationId xmlns:a16="http://schemas.microsoft.com/office/drawing/2014/main" id="{E2450BAF-29BB-4CB3-ABEF-E1E4DB6880D7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0" tIns="0" rIns="0" bIns="0" numCol="1" spcCol="0" rtlCol="0" anchor="ctr" anchorCtr="0">
            <a:noAutofit/>
          </a:bodyPr>
          <a:lstStyle/>
          <a:p>
            <a:pPr marL="0" lvl="0" indent="0" algn="ctr" eaLnBrk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1600" b="1" i="0" baseline="0">
              <a:latin typeface="Arial" panose="020B0604020202020204" pitchFamily="34" charset="0"/>
              <a:ea typeface="+mj-ea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D10AF42-3977-40F3-9CAB-C137679BC95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>
                <a:latin typeface="Goldplay Bold" panose="00000800000000000000" pitchFamily="50" charset="0"/>
              </a:defRPr>
            </a:lvl1pPr>
          </a:lstStyle>
          <a:p>
            <a:r>
              <a:rPr lang="en-US"/>
              <a:t>Agenda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BCA816B0-3A23-4784-B471-952DF9593BC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21852" y="2224765"/>
            <a:ext cx="4903473" cy="2721545"/>
          </a:xfrm>
        </p:spPr>
        <p:txBody>
          <a:bodyPr/>
          <a:lstStyle>
            <a:lvl1pPr>
              <a:defRPr sz="1600" b="1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/>
              <a:t>[Item 1]</a:t>
            </a:r>
          </a:p>
          <a:p>
            <a:pPr lvl="0"/>
            <a:r>
              <a:rPr lang="en-US"/>
              <a:t>[Item 2]</a:t>
            </a:r>
          </a:p>
          <a:p>
            <a:pPr lvl="0"/>
            <a:r>
              <a:rPr lang="en-US"/>
              <a:t>[Item 3]</a:t>
            </a:r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65D9B125-A662-4ADA-BE5E-E5E6FF9CD33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32338" y="6545404"/>
            <a:ext cx="8302062" cy="195313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lvl1pPr algn="l">
              <a:defRPr sz="800">
                <a:solidFill>
                  <a:srgbClr val="474749"/>
                </a:solidFill>
                <a:latin typeface="Goldplay Regular"/>
                <a:cs typeface="Arial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60215648-7409-4007-B4A4-2DAD693C596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53547" y="6545404"/>
            <a:ext cx="261853" cy="195313"/>
          </a:xfrm>
          <a:prstGeom prst="rect">
            <a:avLst/>
          </a:prstGeom>
          <a:ln w="15875">
            <a:noFill/>
          </a:ln>
        </p:spPr>
        <p:txBody>
          <a:bodyPr vert="horz" lIns="0" tIns="0" rIns="0" bIns="0" rtlCol="0" anchor="ctr">
            <a:noAutofit/>
          </a:bodyPr>
          <a:lstStyle>
            <a:lvl1pPr algn="r">
              <a:defRPr sz="800">
                <a:solidFill>
                  <a:srgbClr val="474749"/>
                </a:solidFill>
                <a:latin typeface="Goldplay Regular"/>
                <a:cs typeface="Arial" panose="020B0604020202020204" pitchFamily="34" charset="0"/>
              </a:defRPr>
            </a:lvl1pPr>
          </a:lstStyle>
          <a:p>
            <a:fld id="{E787E26D-2180-4E25-AB0B-12023A6BF6AE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61808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b-heading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o not remove" hidden="1">
            <a:extLst>
              <a:ext uri="{FF2B5EF4-FFF2-40B4-BE49-F238E27FC236}">
                <a16:creationId xmlns:a16="http://schemas.microsoft.com/office/drawing/2014/main" id="{95E33131-DEE3-4A05-8B17-D5524156C631}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0" y="0"/>
            <a:ext cx="12700" cy="12700"/>
          </a:xfrm>
          <a:prstGeom prst="octagon">
            <a:avLst/>
          </a:prstGeom>
          <a:noFill/>
          <a:ln w="12700" cap="flat" cmpd="sng" algn="ctr">
            <a:noFill/>
            <a:prstDash val="solid"/>
            <a:miter lim="800000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9" name="Object 8" hidden="1">
            <a:extLst>
              <a:ext uri="{FF2B5EF4-FFF2-40B4-BE49-F238E27FC236}">
                <a16:creationId xmlns:a16="http://schemas.microsoft.com/office/drawing/2014/main" id="{01BF1B8A-B7D9-4F6C-B441-40AEAD844491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2506089514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5" imgW="592" imgH="594" progId="TCLayout.ActiveDocument.1">
                  <p:embed/>
                </p:oleObj>
              </mc:Choice>
              <mc:Fallback>
                <p:oleObj name="think-cell Slide" r:id="rId5" imgW="592" imgH="594" progId="TCLayout.ActiveDocument.1">
                  <p:embed/>
                  <p:pic>
                    <p:nvPicPr>
                      <p:cNvPr id="9" name="Object 8" hidden="1">
                        <a:extLst>
                          <a:ext uri="{FF2B5EF4-FFF2-40B4-BE49-F238E27FC236}">
                            <a16:creationId xmlns:a16="http://schemas.microsoft.com/office/drawing/2014/main" id="{01BF1B8A-B7D9-4F6C-B441-40AEAD844491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5" name="Rectangle 4" hidden="1">
            <a:extLst>
              <a:ext uri="{FF2B5EF4-FFF2-40B4-BE49-F238E27FC236}">
                <a16:creationId xmlns:a16="http://schemas.microsoft.com/office/drawing/2014/main" id="{FC278A86-EB60-4842-87F4-5B0763EC70C8}"/>
              </a:ext>
            </a:extLst>
          </p:cNvPr>
          <p:cNvSpPr/>
          <p:nvPr userDrawn="1">
            <p:custDataLst>
              <p:tags r:id="rId3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0" tIns="0" rIns="0" bIns="0" numCol="1" spcCol="0" rtlCol="0" anchor="ctr" anchorCtr="0">
            <a:noAutofit/>
          </a:bodyPr>
          <a:lstStyle/>
          <a:p>
            <a:pPr marL="0" lvl="0" indent="0" algn="ctr" eaLnBrk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1600" b="1" i="0" baseline="0">
              <a:latin typeface="Arial" panose="020B0604020202020204" pitchFamily="34" charset="0"/>
              <a:ea typeface="+mj-ea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D10AF42-3977-40F3-9CAB-C137679BC9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BCA816B0-3A23-4784-B471-952DF9593BC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230188" y="933776"/>
            <a:ext cx="8686800" cy="338554"/>
          </a:xfrm>
          <a:solidFill>
            <a:schemeClr val="tx2"/>
          </a:solidFill>
          <a:ln w="6350">
            <a:noFill/>
            <a:miter lim="800000"/>
            <a:headEnd/>
            <a:tailEnd/>
          </a:ln>
          <a:effectLst/>
        </p:spPr>
        <p:txBody>
          <a:bodyPr vert="horz" wrap="square" lIns="91440" tIns="91440" rIns="91440" bIns="91440" rtlCol="0" anchor="t" anchorCtr="0">
            <a:spAutoFit/>
          </a:bodyPr>
          <a:lstStyle>
            <a:lvl1pPr>
              <a:defRPr lang="en-US" b="1" dirty="0">
                <a:solidFill>
                  <a:schemeClr val="bg1"/>
                </a:solidFill>
              </a:defRPr>
            </a:lvl1pPr>
          </a:lstStyle>
          <a:p>
            <a:pPr marL="0" lvl="0" indent="0" algn="ctr" defTabSz="457200" eaLnBrk="0" hangingPunct="0">
              <a:buNone/>
            </a:pPr>
            <a:endParaRPr lang="en-US"/>
          </a:p>
        </p:txBody>
      </p:sp>
      <p:sp>
        <p:nvSpPr>
          <p:cNvPr id="7" name="Text Placeholder 5">
            <a:extLst>
              <a:ext uri="{FF2B5EF4-FFF2-40B4-BE49-F238E27FC236}">
                <a16:creationId xmlns:a16="http://schemas.microsoft.com/office/drawing/2014/main" id="{A67E4925-5F36-4D1D-9A04-BD8B37E8694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30188" y="1272330"/>
            <a:ext cx="8686800" cy="4963380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Text Placeholder 5">
            <a:extLst>
              <a:ext uri="{FF2B5EF4-FFF2-40B4-BE49-F238E27FC236}">
                <a16:creationId xmlns:a16="http://schemas.microsoft.com/office/drawing/2014/main" id="{0BF8B54D-0817-41F4-AA15-7B479791A66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230188" y="1243879"/>
            <a:ext cx="8686800" cy="9144"/>
          </a:xfrm>
          <a:solidFill>
            <a:srgbClr val="4F6877"/>
          </a:solidFill>
        </p:spPr>
        <p:txBody>
          <a:bodyPr anchor="ctr"/>
          <a:lstStyle>
            <a:lvl1pPr marL="0" indent="0">
              <a:buNone/>
              <a:defRPr sz="200" b="1"/>
            </a:lvl1pPr>
            <a:lvl2pPr marL="228600" indent="0">
              <a:buNone/>
              <a:defRPr/>
            </a:lvl2pPr>
            <a:lvl3pPr marL="457200" indent="0">
              <a:buNone/>
              <a:defRPr/>
            </a:lvl3pPr>
            <a:lvl4pPr marL="685800" indent="0">
              <a:buNone/>
              <a:defRPr/>
            </a:lvl4pPr>
            <a:lvl5pPr marL="914400" indent="0">
              <a:buNone/>
              <a:defRPr/>
            </a:lvl5pPr>
          </a:lstStyle>
          <a:p>
            <a:pPr lvl="0"/>
            <a:r>
              <a:rPr lang="en-US"/>
              <a:t> </a:t>
            </a:r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E974A4F8-1FE5-465F-A768-1B4666D6476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32338" y="6545404"/>
            <a:ext cx="8302062" cy="195313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lvl1pPr algn="l">
              <a:defRPr sz="800">
                <a:solidFill>
                  <a:srgbClr val="474749"/>
                </a:solidFill>
                <a:latin typeface="Goldplay Regular"/>
                <a:cs typeface="Arial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11" name="Slide Number Placeholder 5">
            <a:extLst>
              <a:ext uri="{FF2B5EF4-FFF2-40B4-BE49-F238E27FC236}">
                <a16:creationId xmlns:a16="http://schemas.microsoft.com/office/drawing/2014/main" id="{AEE824C6-E211-4B70-B13C-E2F9EC4BCFF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53547" y="6545404"/>
            <a:ext cx="261853" cy="195313"/>
          </a:xfrm>
          <a:prstGeom prst="rect">
            <a:avLst/>
          </a:prstGeom>
          <a:ln w="15875">
            <a:noFill/>
          </a:ln>
        </p:spPr>
        <p:txBody>
          <a:bodyPr vert="horz" lIns="0" tIns="0" rIns="0" bIns="0" rtlCol="0" anchor="ctr">
            <a:noAutofit/>
          </a:bodyPr>
          <a:lstStyle>
            <a:lvl1pPr algn="r">
              <a:defRPr sz="800">
                <a:solidFill>
                  <a:srgbClr val="474749"/>
                </a:solidFill>
                <a:latin typeface="Goldplay Regular"/>
                <a:cs typeface="Arial" panose="020B0604020202020204" pitchFamily="34" charset="0"/>
              </a:defRPr>
            </a:lvl1pPr>
          </a:lstStyle>
          <a:p>
            <a:fld id="{E787E26D-2180-4E25-AB0B-12023A6BF6AE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179732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o not remove" hidden="1">
            <a:extLst>
              <a:ext uri="{FF2B5EF4-FFF2-40B4-BE49-F238E27FC236}">
                <a16:creationId xmlns:a16="http://schemas.microsoft.com/office/drawing/2014/main" id="{994E0D6B-4AC1-4B6B-90CC-A352112D1600}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0" y="0"/>
            <a:ext cx="12700" cy="12700"/>
          </a:xfrm>
          <a:prstGeom prst="octagon">
            <a:avLst/>
          </a:prstGeom>
          <a:noFill/>
          <a:ln w="12700" cap="flat" cmpd="sng" algn="ctr">
            <a:noFill/>
            <a:prstDash val="solid"/>
            <a:miter lim="800000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12" name="Object 11" hidden="1">
            <a:extLst>
              <a:ext uri="{FF2B5EF4-FFF2-40B4-BE49-F238E27FC236}">
                <a16:creationId xmlns:a16="http://schemas.microsoft.com/office/drawing/2014/main" id="{DACC6A2C-E8FB-4E4F-A8C5-83F629F077E7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1088879587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5" imgW="592" imgH="594" progId="TCLayout.ActiveDocument.1">
                  <p:embed/>
                </p:oleObj>
              </mc:Choice>
              <mc:Fallback>
                <p:oleObj name="think-cell Slide" r:id="rId5" imgW="592" imgH="594" progId="TCLayout.ActiveDocument.1">
                  <p:embed/>
                  <p:pic>
                    <p:nvPicPr>
                      <p:cNvPr id="12" name="Object 11" hidden="1">
                        <a:extLst>
                          <a:ext uri="{FF2B5EF4-FFF2-40B4-BE49-F238E27FC236}">
                            <a16:creationId xmlns:a16="http://schemas.microsoft.com/office/drawing/2014/main" id="{DACC6A2C-E8FB-4E4F-A8C5-83F629F077E7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5" name="Rectangle 4" hidden="1">
            <a:extLst>
              <a:ext uri="{FF2B5EF4-FFF2-40B4-BE49-F238E27FC236}">
                <a16:creationId xmlns:a16="http://schemas.microsoft.com/office/drawing/2014/main" id="{97F7C25A-6BBA-40F5-8828-B7F07BF5AF0B}"/>
              </a:ext>
            </a:extLst>
          </p:cNvPr>
          <p:cNvSpPr/>
          <p:nvPr userDrawn="1">
            <p:custDataLst>
              <p:tags r:id="rId3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0" tIns="0" rIns="0" bIns="0" numCol="1" spcCol="0" rtlCol="0" anchor="ctr" anchorCtr="0">
            <a:noAutofit/>
          </a:bodyPr>
          <a:lstStyle/>
          <a:p>
            <a:pPr marL="0" lvl="0" indent="0" algn="ctr" eaLnBrk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1600" b="1" i="0" baseline="0">
              <a:latin typeface="Arial" panose="020B0604020202020204" pitchFamily="34" charset="0"/>
              <a:ea typeface="+mj-ea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D10AF42-3977-40F3-9CAB-C137679BC9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BCA816B0-3A23-4784-B471-952DF9593BC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30188" y="933776"/>
            <a:ext cx="4297680" cy="338554"/>
          </a:xfrm>
          <a:solidFill>
            <a:schemeClr val="tx2"/>
          </a:solidFill>
          <a:ln w="6350">
            <a:noFill/>
            <a:miter lim="800000"/>
            <a:headEnd/>
            <a:tailEnd/>
          </a:ln>
          <a:effectLst/>
        </p:spPr>
        <p:txBody>
          <a:bodyPr vert="horz" wrap="square" lIns="91440" tIns="91440" rIns="91440" bIns="91440" rtlCol="0" anchor="t" anchorCtr="0">
            <a:spAutoFit/>
          </a:bodyPr>
          <a:lstStyle>
            <a:lvl1pPr>
              <a:defRPr lang="en-US" b="1" dirty="0">
                <a:solidFill>
                  <a:schemeClr val="bg1"/>
                </a:solidFill>
              </a:defRPr>
            </a:lvl1pPr>
          </a:lstStyle>
          <a:p>
            <a:pPr marL="0" lvl="0" indent="0" algn="ctr" defTabSz="457200" eaLnBrk="0" hangingPunct="0">
              <a:buNone/>
            </a:pPr>
            <a:r>
              <a:rPr lang="en-US"/>
              <a:t>Heading</a:t>
            </a:r>
          </a:p>
        </p:txBody>
      </p:sp>
      <p:sp>
        <p:nvSpPr>
          <p:cNvPr id="7" name="Text Placeholder 5">
            <a:extLst>
              <a:ext uri="{FF2B5EF4-FFF2-40B4-BE49-F238E27FC236}">
                <a16:creationId xmlns:a16="http://schemas.microsoft.com/office/drawing/2014/main" id="{A67E4925-5F36-4D1D-9A04-BD8B37E8694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30188" y="1288806"/>
            <a:ext cx="4297680" cy="4946904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Text Placeholder 5">
            <a:extLst>
              <a:ext uri="{FF2B5EF4-FFF2-40B4-BE49-F238E27FC236}">
                <a16:creationId xmlns:a16="http://schemas.microsoft.com/office/drawing/2014/main" id="{0BF8B54D-0817-41F4-AA15-7B479791A66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230188" y="1243879"/>
            <a:ext cx="4297680" cy="9144"/>
          </a:xfrm>
          <a:solidFill>
            <a:srgbClr val="4F6877"/>
          </a:solidFill>
        </p:spPr>
        <p:txBody>
          <a:bodyPr anchor="ctr"/>
          <a:lstStyle>
            <a:lvl1pPr marL="0" indent="0">
              <a:buNone/>
              <a:defRPr sz="200" b="1"/>
            </a:lvl1pPr>
            <a:lvl2pPr marL="228600" indent="0">
              <a:buNone/>
              <a:defRPr/>
            </a:lvl2pPr>
            <a:lvl3pPr marL="457200" indent="0">
              <a:buNone/>
              <a:defRPr/>
            </a:lvl3pPr>
            <a:lvl4pPr marL="685800" indent="0">
              <a:buNone/>
              <a:defRPr/>
            </a:lvl4pPr>
            <a:lvl5pPr marL="914400" indent="0">
              <a:buNone/>
              <a:defRPr/>
            </a:lvl5pPr>
          </a:lstStyle>
          <a:p>
            <a:pPr lvl="0"/>
            <a:r>
              <a:rPr lang="en-US"/>
              <a:t> </a:t>
            </a:r>
          </a:p>
        </p:txBody>
      </p:sp>
      <p:sp>
        <p:nvSpPr>
          <p:cNvPr id="9" name="Text Placeholder 5">
            <a:extLst>
              <a:ext uri="{FF2B5EF4-FFF2-40B4-BE49-F238E27FC236}">
                <a16:creationId xmlns:a16="http://schemas.microsoft.com/office/drawing/2014/main" id="{41B8CDB8-658C-41D2-AF71-CC63E7F1C3C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617720" y="933776"/>
            <a:ext cx="4297680" cy="338554"/>
          </a:xfrm>
          <a:solidFill>
            <a:schemeClr val="tx2"/>
          </a:solidFill>
          <a:ln w="6350">
            <a:noFill/>
            <a:miter lim="800000"/>
            <a:headEnd/>
            <a:tailEnd/>
          </a:ln>
          <a:effectLst/>
        </p:spPr>
        <p:txBody>
          <a:bodyPr vert="horz" wrap="square" lIns="91440" tIns="91440" rIns="91440" bIns="91440" rtlCol="0" anchor="t" anchorCtr="0">
            <a:spAutoFit/>
          </a:bodyPr>
          <a:lstStyle>
            <a:lvl1pPr>
              <a:defRPr lang="en-US" b="1" dirty="0">
                <a:solidFill>
                  <a:schemeClr val="bg1"/>
                </a:solidFill>
              </a:defRPr>
            </a:lvl1pPr>
          </a:lstStyle>
          <a:p>
            <a:pPr marL="0" lvl="0" indent="0" algn="ctr" defTabSz="457200" eaLnBrk="0" hangingPunct="0">
              <a:buNone/>
            </a:pPr>
            <a:r>
              <a:rPr lang="en-US"/>
              <a:t>Heading</a:t>
            </a:r>
          </a:p>
        </p:txBody>
      </p:sp>
      <p:sp>
        <p:nvSpPr>
          <p:cNvPr id="10" name="Text Placeholder 5">
            <a:extLst>
              <a:ext uri="{FF2B5EF4-FFF2-40B4-BE49-F238E27FC236}">
                <a16:creationId xmlns:a16="http://schemas.microsoft.com/office/drawing/2014/main" id="{D3601F3B-7808-48E8-94E8-BAA18E6CBC6D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4617720" y="1288806"/>
            <a:ext cx="4297680" cy="4948491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Text Placeholder 5">
            <a:extLst>
              <a:ext uri="{FF2B5EF4-FFF2-40B4-BE49-F238E27FC236}">
                <a16:creationId xmlns:a16="http://schemas.microsoft.com/office/drawing/2014/main" id="{541AFE59-1647-4F26-8D4A-7285893F4A50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617720" y="1243879"/>
            <a:ext cx="4297680" cy="9144"/>
          </a:xfrm>
          <a:solidFill>
            <a:srgbClr val="4F6877"/>
          </a:solidFill>
        </p:spPr>
        <p:txBody>
          <a:bodyPr anchor="ctr"/>
          <a:lstStyle>
            <a:lvl1pPr marL="0" indent="0">
              <a:buNone/>
              <a:defRPr sz="200" b="1"/>
            </a:lvl1pPr>
            <a:lvl2pPr marL="228600" indent="0">
              <a:buNone/>
              <a:defRPr/>
            </a:lvl2pPr>
            <a:lvl3pPr marL="457200" indent="0">
              <a:buNone/>
              <a:defRPr/>
            </a:lvl3pPr>
            <a:lvl4pPr marL="685800" indent="0">
              <a:buNone/>
              <a:defRPr/>
            </a:lvl4pPr>
            <a:lvl5pPr marL="914400" indent="0">
              <a:buNone/>
              <a:defRPr/>
            </a:lvl5pPr>
          </a:lstStyle>
          <a:p>
            <a:pPr lvl="0"/>
            <a:r>
              <a:rPr lang="en-US"/>
              <a:t> </a:t>
            </a:r>
          </a:p>
        </p:txBody>
      </p:sp>
      <p:sp>
        <p:nvSpPr>
          <p:cNvPr id="13" name="Footer Placeholder 4">
            <a:extLst>
              <a:ext uri="{FF2B5EF4-FFF2-40B4-BE49-F238E27FC236}">
                <a16:creationId xmlns:a16="http://schemas.microsoft.com/office/drawing/2014/main" id="{768906B4-9FE0-4C02-94BA-390FF65E21C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32338" y="6545404"/>
            <a:ext cx="8302062" cy="195313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lvl1pPr algn="l">
              <a:defRPr sz="800">
                <a:solidFill>
                  <a:srgbClr val="474749"/>
                </a:solidFill>
                <a:latin typeface="Goldplay Regular"/>
                <a:cs typeface="Arial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5E31258E-3C32-4F08-BB3F-FB89A132ADE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53547" y="6545404"/>
            <a:ext cx="261853" cy="195313"/>
          </a:xfrm>
          <a:prstGeom prst="rect">
            <a:avLst/>
          </a:prstGeom>
          <a:ln w="15875">
            <a:noFill/>
          </a:ln>
        </p:spPr>
        <p:txBody>
          <a:bodyPr vert="horz" lIns="0" tIns="0" rIns="0" bIns="0" rtlCol="0" anchor="ctr">
            <a:noAutofit/>
          </a:bodyPr>
          <a:lstStyle>
            <a:lvl1pPr algn="r">
              <a:defRPr sz="800">
                <a:solidFill>
                  <a:srgbClr val="474749"/>
                </a:solidFill>
                <a:latin typeface="Goldplay Regular"/>
                <a:cs typeface="Arial" panose="020B0604020202020204" pitchFamily="34" charset="0"/>
              </a:defRPr>
            </a:lvl1pPr>
          </a:lstStyle>
          <a:p>
            <a:fld id="{E787E26D-2180-4E25-AB0B-12023A6BF6AE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297782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ur bo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Object 6" hidden="1">
            <a:extLst>
              <a:ext uri="{FF2B5EF4-FFF2-40B4-BE49-F238E27FC236}">
                <a16:creationId xmlns:a16="http://schemas.microsoft.com/office/drawing/2014/main" id="{E6F6B2E7-FDE7-4143-B699-331D0B5E4E96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762382794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592" imgH="594" progId="TCLayout.ActiveDocument.1">
                  <p:embed/>
                </p:oleObj>
              </mc:Choice>
              <mc:Fallback>
                <p:oleObj name="think-cell Slide" r:id="rId4" imgW="592" imgH="594" progId="TCLayout.ActiveDocument.1">
                  <p:embed/>
                  <p:pic>
                    <p:nvPicPr>
                      <p:cNvPr id="7" name="Object 6" hidden="1">
                        <a:extLst>
                          <a:ext uri="{FF2B5EF4-FFF2-40B4-BE49-F238E27FC236}">
                            <a16:creationId xmlns:a16="http://schemas.microsoft.com/office/drawing/2014/main" id="{E6F6B2E7-FDE7-4143-B699-331D0B5E4E96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5" name="Rectangle 4" hidden="1">
            <a:extLst>
              <a:ext uri="{FF2B5EF4-FFF2-40B4-BE49-F238E27FC236}">
                <a16:creationId xmlns:a16="http://schemas.microsoft.com/office/drawing/2014/main" id="{303107DE-6F38-4916-8CCA-99CFCF5F2820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0" tIns="0" rIns="0" bIns="0" numCol="1" spcCol="0" rtlCol="0" anchor="ctr" anchorCtr="0">
            <a:noAutofit/>
          </a:bodyPr>
          <a:lstStyle/>
          <a:p>
            <a:pPr marL="0" lvl="0" indent="0" algn="ctr" eaLnBrk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1600" b="1" i="0" baseline="0">
              <a:latin typeface="Arial" panose="020B0604020202020204" pitchFamily="34" charset="0"/>
              <a:ea typeface="+mj-ea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D10AF42-3977-40F3-9CAB-C137679BC9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BCA816B0-3A23-4784-B471-952DF9593BC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30188" y="933776"/>
            <a:ext cx="4297680" cy="338554"/>
          </a:xfrm>
          <a:solidFill>
            <a:schemeClr val="tx2"/>
          </a:solidFill>
          <a:ln w="6350">
            <a:noFill/>
            <a:miter lim="800000"/>
            <a:headEnd/>
            <a:tailEnd/>
          </a:ln>
          <a:effectLst/>
        </p:spPr>
        <p:txBody>
          <a:bodyPr vert="horz" wrap="square" lIns="91440" tIns="91440" rIns="91440" bIns="91440" rtlCol="0" anchor="t" anchorCtr="0">
            <a:spAutoFit/>
          </a:bodyPr>
          <a:lstStyle>
            <a:lvl1pPr>
              <a:defRPr lang="en-US" b="1" dirty="0">
                <a:solidFill>
                  <a:schemeClr val="bg1"/>
                </a:solidFill>
              </a:defRPr>
            </a:lvl1pPr>
          </a:lstStyle>
          <a:p>
            <a:pPr marL="0" lvl="0" indent="0" algn="ctr" defTabSz="457200" eaLnBrk="0" hangingPunct="0">
              <a:buNone/>
            </a:pPr>
            <a:r>
              <a:rPr lang="en-US"/>
              <a:t>Heading</a:t>
            </a:r>
          </a:p>
        </p:txBody>
      </p:sp>
      <p:sp>
        <p:nvSpPr>
          <p:cNvPr id="8" name="Text Placeholder 5">
            <a:extLst>
              <a:ext uri="{FF2B5EF4-FFF2-40B4-BE49-F238E27FC236}">
                <a16:creationId xmlns:a16="http://schemas.microsoft.com/office/drawing/2014/main" id="{0BF8B54D-0817-41F4-AA15-7B479791A66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230188" y="1243879"/>
            <a:ext cx="4297680" cy="9144"/>
          </a:xfrm>
          <a:solidFill>
            <a:srgbClr val="4F6877"/>
          </a:solidFill>
        </p:spPr>
        <p:txBody>
          <a:bodyPr anchor="ctr"/>
          <a:lstStyle>
            <a:lvl1pPr marL="0" indent="0">
              <a:buNone/>
              <a:defRPr sz="200" b="1"/>
            </a:lvl1pPr>
            <a:lvl2pPr marL="228600" indent="0">
              <a:buNone/>
              <a:defRPr/>
            </a:lvl2pPr>
            <a:lvl3pPr marL="457200" indent="0">
              <a:buNone/>
              <a:defRPr/>
            </a:lvl3pPr>
            <a:lvl4pPr marL="685800" indent="0">
              <a:buNone/>
              <a:defRPr/>
            </a:lvl4pPr>
            <a:lvl5pPr marL="914400" indent="0">
              <a:buNone/>
              <a:defRPr/>
            </a:lvl5pPr>
          </a:lstStyle>
          <a:p>
            <a:pPr lvl="0"/>
            <a:r>
              <a:rPr lang="en-US"/>
              <a:t> </a:t>
            </a:r>
          </a:p>
        </p:txBody>
      </p:sp>
      <p:sp>
        <p:nvSpPr>
          <p:cNvPr id="9" name="Text Placeholder 5">
            <a:extLst>
              <a:ext uri="{FF2B5EF4-FFF2-40B4-BE49-F238E27FC236}">
                <a16:creationId xmlns:a16="http://schemas.microsoft.com/office/drawing/2014/main" id="{41B8CDB8-658C-41D2-AF71-CC63E7F1C3C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617720" y="933776"/>
            <a:ext cx="4297680" cy="338554"/>
          </a:xfrm>
          <a:solidFill>
            <a:schemeClr val="tx2"/>
          </a:solidFill>
          <a:ln w="6350">
            <a:noFill/>
            <a:miter lim="800000"/>
            <a:headEnd/>
            <a:tailEnd/>
          </a:ln>
          <a:effectLst/>
        </p:spPr>
        <p:txBody>
          <a:bodyPr vert="horz" wrap="square" lIns="91440" tIns="91440" rIns="91440" bIns="91440" rtlCol="0" anchor="t" anchorCtr="0">
            <a:spAutoFit/>
          </a:bodyPr>
          <a:lstStyle>
            <a:lvl1pPr>
              <a:defRPr lang="en-US" b="1" dirty="0">
                <a:solidFill>
                  <a:schemeClr val="bg1"/>
                </a:solidFill>
              </a:defRPr>
            </a:lvl1pPr>
          </a:lstStyle>
          <a:p>
            <a:pPr marL="0" lvl="0" indent="0" algn="ctr" defTabSz="457200" eaLnBrk="0" hangingPunct="0">
              <a:buNone/>
            </a:pPr>
            <a:r>
              <a:rPr lang="en-US"/>
              <a:t>Heading</a:t>
            </a:r>
          </a:p>
        </p:txBody>
      </p:sp>
      <p:sp>
        <p:nvSpPr>
          <p:cNvPr id="11" name="Text Placeholder 5">
            <a:extLst>
              <a:ext uri="{FF2B5EF4-FFF2-40B4-BE49-F238E27FC236}">
                <a16:creationId xmlns:a16="http://schemas.microsoft.com/office/drawing/2014/main" id="{541AFE59-1647-4F26-8D4A-7285893F4A50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617720" y="1243879"/>
            <a:ext cx="4297680" cy="9144"/>
          </a:xfrm>
          <a:solidFill>
            <a:srgbClr val="4F6877"/>
          </a:solidFill>
        </p:spPr>
        <p:txBody>
          <a:bodyPr anchor="ctr"/>
          <a:lstStyle>
            <a:lvl1pPr marL="0" indent="0">
              <a:buNone/>
              <a:defRPr sz="200" b="1"/>
            </a:lvl1pPr>
            <a:lvl2pPr marL="228600" indent="0">
              <a:buNone/>
              <a:defRPr/>
            </a:lvl2pPr>
            <a:lvl3pPr marL="457200" indent="0">
              <a:buNone/>
              <a:defRPr/>
            </a:lvl3pPr>
            <a:lvl4pPr marL="685800" indent="0">
              <a:buNone/>
              <a:defRPr/>
            </a:lvl4pPr>
            <a:lvl5pPr marL="914400" indent="0">
              <a:buNone/>
              <a:defRPr/>
            </a:lvl5pPr>
          </a:lstStyle>
          <a:p>
            <a:pPr lvl="0"/>
            <a:r>
              <a:rPr lang="en-US"/>
              <a:t> </a:t>
            </a:r>
          </a:p>
        </p:txBody>
      </p:sp>
      <p:sp>
        <p:nvSpPr>
          <p:cNvPr id="16" name="Text Placeholder 5">
            <a:extLst>
              <a:ext uri="{FF2B5EF4-FFF2-40B4-BE49-F238E27FC236}">
                <a16:creationId xmlns:a16="http://schemas.microsoft.com/office/drawing/2014/main" id="{AD7E99EF-22EF-4121-AE92-6D5B19966DD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30188" y="1288806"/>
            <a:ext cx="4297680" cy="2250289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7" name="Text Placeholder 5">
            <a:extLst>
              <a:ext uri="{FF2B5EF4-FFF2-40B4-BE49-F238E27FC236}">
                <a16:creationId xmlns:a16="http://schemas.microsoft.com/office/drawing/2014/main" id="{E4B643DA-6CA2-4A10-ABA3-AC0A4EBF6958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4617720" y="1288806"/>
            <a:ext cx="4297680" cy="2251011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8" name="Text Placeholder 5">
            <a:extLst>
              <a:ext uri="{FF2B5EF4-FFF2-40B4-BE49-F238E27FC236}">
                <a16:creationId xmlns:a16="http://schemas.microsoft.com/office/drawing/2014/main" id="{A1063BD4-E28D-4180-97D0-9485CDF7979D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230188" y="3631257"/>
            <a:ext cx="4297680" cy="338554"/>
          </a:xfrm>
          <a:solidFill>
            <a:schemeClr val="tx2"/>
          </a:solidFill>
          <a:ln w="6350">
            <a:noFill/>
            <a:miter lim="800000"/>
            <a:headEnd/>
            <a:tailEnd/>
          </a:ln>
          <a:effectLst/>
        </p:spPr>
        <p:txBody>
          <a:bodyPr vert="horz" wrap="square" lIns="91440" tIns="91440" rIns="91440" bIns="91440" rtlCol="0" anchor="t" anchorCtr="0">
            <a:spAutoFit/>
          </a:bodyPr>
          <a:lstStyle>
            <a:lvl1pPr>
              <a:defRPr lang="en-US" b="1" dirty="0">
                <a:solidFill>
                  <a:schemeClr val="bg1"/>
                </a:solidFill>
              </a:defRPr>
            </a:lvl1pPr>
          </a:lstStyle>
          <a:p>
            <a:pPr marL="0" lvl="0" indent="0" algn="ctr" defTabSz="457200" eaLnBrk="0" hangingPunct="0">
              <a:buNone/>
            </a:pPr>
            <a:r>
              <a:rPr lang="en-US"/>
              <a:t>Heading</a:t>
            </a:r>
          </a:p>
        </p:txBody>
      </p:sp>
      <p:sp>
        <p:nvSpPr>
          <p:cNvPr id="19" name="Text Placeholder 5">
            <a:extLst>
              <a:ext uri="{FF2B5EF4-FFF2-40B4-BE49-F238E27FC236}">
                <a16:creationId xmlns:a16="http://schemas.microsoft.com/office/drawing/2014/main" id="{39B188B5-528C-4523-9955-50E97587A91E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230188" y="3941360"/>
            <a:ext cx="4297680" cy="9144"/>
          </a:xfrm>
          <a:solidFill>
            <a:srgbClr val="4F6877"/>
          </a:solidFill>
        </p:spPr>
        <p:txBody>
          <a:bodyPr anchor="ctr"/>
          <a:lstStyle>
            <a:lvl1pPr marL="0" indent="0">
              <a:buNone/>
              <a:defRPr sz="200" b="1"/>
            </a:lvl1pPr>
            <a:lvl2pPr marL="228600" indent="0">
              <a:buNone/>
              <a:defRPr/>
            </a:lvl2pPr>
            <a:lvl3pPr marL="457200" indent="0">
              <a:buNone/>
              <a:defRPr/>
            </a:lvl3pPr>
            <a:lvl4pPr marL="685800" indent="0">
              <a:buNone/>
              <a:defRPr/>
            </a:lvl4pPr>
            <a:lvl5pPr marL="914400" indent="0">
              <a:buNone/>
              <a:defRPr/>
            </a:lvl5pPr>
          </a:lstStyle>
          <a:p>
            <a:pPr lvl="0"/>
            <a:r>
              <a:rPr lang="en-US"/>
              <a:t> </a:t>
            </a:r>
          </a:p>
        </p:txBody>
      </p:sp>
      <p:sp>
        <p:nvSpPr>
          <p:cNvPr id="20" name="Text Placeholder 5">
            <a:extLst>
              <a:ext uri="{FF2B5EF4-FFF2-40B4-BE49-F238E27FC236}">
                <a16:creationId xmlns:a16="http://schemas.microsoft.com/office/drawing/2014/main" id="{00B43F8E-C744-4AC7-BC60-065390D7993C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4617720" y="3631257"/>
            <a:ext cx="4297680" cy="338554"/>
          </a:xfrm>
          <a:solidFill>
            <a:schemeClr val="tx2"/>
          </a:solidFill>
          <a:ln w="6350">
            <a:noFill/>
            <a:miter lim="800000"/>
            <a:headEnd/>
            <a:tailEnd/>
          </a:ln>
          <a:effectLst/>
        </p:spPr>
        <p:txBody>
          <a:bodyPr vert="horz" wrap="square" lIns="91440" tIns="91440" rIns="91440" bIns="91440" rtlCol="0" anchor="t" anchorCtr="0">
            <a:spAutoFit/>
          </a:bodyPr>
          <a:lstStyle>
            <a:lvl1pPr>
              <a:defRPr lang="en-US" b="1" dirty="0">
                <a:solidFill>
                  <a:schemeClr val="bg1"/>
                </a:solidFill>
              </a:defRPr>
            </a:lvl1pPr>
          </a:lstStyle>
          <a:p>
            <a:pPr marL="0" lvl="0" indent="0" algn="ctr" defTabSz="457200" eaLnBrk="0" hangingPunct="0">
              <a:buNone/>
            </a:pPr>
            <a:r>
              <a:rPr lang="en-US"/>
              <a:t>Heading</a:t>
            </a:r>
          </a:p>
        </p:txBody>
      </p:sp>
      <p:sp>
        <p:nvSpPr>
          <p:cNvPr id="21" name="Text Placeholder 5">
            <a:extLst>
              <a:ext uri="{FF2B5EF4-FFF2-40B4-BE49-F238E27FC236}">
                <a16:creationId xmlns:a16="http://schemas.microsoft.com/office/drawing/2014/main" id="{9338C048-8BB9-4E53-A392-AB26AB9330AD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617720" y="3941360"/>
            <a:ext cx="4297680" cy="9144"/>
          </a:xfrm>
          <a:solidFill>
            <a:srgbClr val="4F6877"/>
          </a:solidFill>
        </p:spPr>
        <p:txBody>
          <a:bodyPr anchor="ctr"/>
          <a:lstStyle>
            <a:lvl1pPr marL="0" indent="0">
              <a:buNone/>
              <a:defRPr sz="200" b="1"/>
            </a:lvl1pPr>
            <a:lvl2pPr marL="228600" indent="0">
              <a:buNone/>
              <a:defRPr/>
            </a:lvl2pPr>
            <a:lvl3pPr marL="457200" indent="0">
              <a:buNone/>
              <a:defRPr/>
            </a:lvl3pPr>
            <a:lvl4pPr marL="685800" indent="0">
              <a:buNone/>
              <a:defRPr/>
            </a:lvl4pPr>
            <a:lvl5pPr marL="914400" indent="0">
              <a:buNone/>
              <a:defRPr/>
            </a:lvl5pPr>
          </a:lstStyle>
          <a:p>
            <a:pPr lvl="0"/>
            <a:r>
              <a:rPr lang="en-US"/>
              <a:t> </a:t>
            </a:r>
          </a:p>
        </p:txBody>
      </p:sp>
      <p:sp>
        <p:nvSpPr>
          <p:cNvPr id="22" name="Text Placeholder 5">
            <a:extLst>
              <a:ext uri="{FF2B5EF4-FFF2-40B4-BE49-F238E27FC236}">
                <a16:creationId xmlns:a16="http://schemas.microsoft.com/office/drawing/2014/main" id="{F298A02F-6D7E-4281-A9AC-193EE7E6127B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230188" y="3986287"/>
            <a:ext cx="4297680" cy="2250289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3" name="Text Placeholder 5">
            <a:extLst>
              <a:ext uri="{FF2B5EF4-FFF2-40B4-BE49-F238E27FC236}">
                <a16:creationId xmlns:a16="http://schemas.microsoft.com/office/drawing/2014/main" id="{6C15B34E-131F-4F2B-9F43-352F347CE2B8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4617720" y="3986287"/>
            <a:ext cx="4297680" cy="2251011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4" name="Footer Placeholder 4">
            <a:extLst>
              <a:ext uri="{FF2B5EF4-FFF2-40B4-BE49-F238E27FC236}">
                <a16:creationId xmlns:a16="http://schemas.microsoft.com/office/drawing/2014/main" id="{CD5F9B42-C458-4CB9-8C5C-F0D79648B91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32338" y="6545404"/>
            <a:ext cx="8302062" cy="195313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lvl1pPr algn="l">
              <a:defRPr sz="800">
                <a:solidFill>
                  <a:srgbClr val="474749"/>
                </a:solidFill>
                <a:latin typeface="Goldplay Regular"/>
                <a:cs typeface="Arial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25" name="Slide Number Placeholder 5">
            <a:extLst>
              <a:ext uri="{FF2B5EF4-FFF2-40B4-BE49-F238E27FC236}">
                <a16:creationId xmlns:a16="http://schemas.microsoft.com/office/drawing/2014/main" id="{C2E29741-828F-4085-972A-8FC7EAD6E23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53547" y="6545404"/>
            <a:ext cx="261853" cy="195313"/>
          </a:xfrm>
          <a:prstGeom prst="rect">
            <a:avLst/>
          </a:prstGeom>
          <a:ln w="15875">
            <a:noFill/>
          </a:ln>
        </p:spPr>
        <p:txBody>
          <a:bodyPr vert="horz" lIns="0" tIns="0" rIns="0" bIns="0" rtlCol="0" anchor="ctr">
            <a:noAutofit/>
          </a:bodyPr>
          <a:lstStyle>
            <a:lvl1pPr algn="r">
              <a:defRPr sz="800">
                <a:solidFill>
                  <a:srgbClr val="474749"/>
                </a:solidFill>
                <a:latin typeface="Goldplay Regular"/>
                <a:cs typeface="Arial" panose="020B0604020202020204" pitchFamily="34" charset="0"/>
              </a:defRPr>
            </a:lvl1pPr>
          </a:lstStyle>
          <a:p>
            <a:fld id="{E787E26D-2180-4E25-AB0B-12023A6BF6AE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880258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row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Object 6" hidden="1">
            <a:extLst>
              <a:ext uri="{FF2B5EF4-FFF2-40B4-BE49-F238E27FC236}">
                <a16:creationId xmlns:a16="http://schemas.microsoft.com/office/drawing/2014/main" id="{D6A30554-FD73-441B-8DE7-9DE45B06A3B1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972080673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592" imgH="594" progId="TCLayout.ActiveDocument.1">
                  <p:embed/>
                </p:oleObj>
              </mc:Choice>
              <mc:Fallback>
                <p:oleObj name="think-cell Slide" r:id="rId4" imgW="592" imgH="594" progId="TCLayout.ActiveDocument.1">
                  <p:embed/>
                  <p:pic>
                    <p:nvPicPr>
                      <p:cNvPr id="7" name="Object 6" hidden="1">
                        <a:extLst>
                          <a:ext uri="{FF2B5EF4-FFF2-40B4-BE49-F238E27FC236}">
                            <a16:creationId xmlns:a16="http://schemas.microsoft.com/office/drawing/2014/main" id="{D6A30554-FD73-441B-8DE7-9DE45B06A3B1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5" name="Rectangle 4" hidden="1">
            <a:extLst>
              <a:ext uri="{FF2B5EF4-FFF2-40B4-BE49-F238E27FC236}">
                <a16:creationId xmlns:a16="http://schemas.microsoft.com/office/drawing/2014/main" id="{F019B150-417B-4D0A-9C44-8175E65D9416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0" tIns="0" rIns="0" bIns="0" numCol="1" spcCol="0" rtlCol="0" anchor="ctr" anchorCtr="0">
            <a:noAutofit/>
          </a:bodyPr>
          <a:lstStyle/>
          <a:p>
            <a:pPr marL="0" lvl="0" indent="0" algn="ctr" eaLnBrk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1600" b="1" i="0" baseline="0">
              <a:latin typeface="Arial" panose="020B0604020202020204" pitchFamily="34" charset="0"/>
              <a:ea typeface="+mj-ea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D10AF42-3977-40F3-9CAB-C137679BC9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BCA816B0-3A23-4784-B471-952DF9593BC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30188" y="933776"/>
            <a:ext cx="8686800" cy="338554"/>
          </a:xfrm>
          <a:solidFill>
            <a:schemeClr val="tx2"/>
          </a:solidFill>
          <a:ln w="6350">
            <a:noFill/>
            <a:miter lim="800000"/>
            <a:headEnd/>
            <a:tailEnd/>
          </a:ln>
          <a:effectLst/>
        </p:spPr>
        <p:txBody>
          <a:bodyPr vert="horz" wrap="square" lIns="91440" tIns="91440" rIns="91440" bIns="91440" rtlCol="0" anchor="t" anchorCtr="0">
            <a:spAutoFit/>
          </a:bodyPr>
          <a:lstStyle>
            <a:lvl1pPr>
              <a:defRPr lang="en-US" b="1" dirty="0">
                <a:solidFill>
                  <a:schemeClr val="bg1"/>
                </a:solidFill>
              </a:defRPr>
            </a:lvl1pPr>
          </a:lstStyle>
          <a:p>
            <a:pPr marL="0" lvl="0" indent="0" algn="ctr" defTabSz="457200" eaLnBrk="0" hangingPunct="0">
              <a:buNone/>
            </a:pPr>
            <a:r>
              <a:rPr lang="en-US"/>
              <a:t>Heading</a:t>
            </a:r>
          </a:p>
        </p:txBody>
      </p:sp>
      <p:sp>
        <p:nvSpPr>
          <p:cNvPr id="8" name="Text Placeholder 5">
            <a:extLst>
              <a:ext uri="{FF2B5EF4-FFF2-40B4-BE49-F238E27FC236}">
                <a16:creationId xmlns:a16="http://schemas.microsoft.com/office/drawing/2014/main" id="{0BF8B54D-0817-41F4-AA15-7B479791A66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230188" y="1243879"/>
            <a:ext cx="8686800" cy="9144"/>
          </a:xfrm>
          <a:solidFill>
            <a:srgbClr val="4F6877"/>
          </a:solidFill>
        </p:spPr>
        <p:txBody>
          <a:bodyPr anchor="ctr"/>
          <a:lstStyle>
            <a:lvl1pPr marL="0" indent="0">
              <a:buNone/>
              <a:defRPr sz="200" b="1"/>
            </a:lvl1pPr>
            <a:lvl2pPr marL="228600" indent="0">
              <a:buNone/>
              <a:defRPr/>
            </a:lvl2pPr>
            <a:lvl3pPr marL="457200" indent="0">
              <a:buNone/>
              <a:defRPr/>
            </a:lvl3pPr>
            <a:lvl4pPr marL="685800" indent="0">
              <a:buNone/>
              <a:defRPr/>
            </a:lvl4pPr>
            <a:lvl5pPr marL="914400" indent="0">
              <a:buNone/>
              <a:defRPr/>
            </a:lvl5pPr>
          </a:lstStyle>
          <a:p>
            <a:pPr lvl="0"/>
            <a:r>
              <a:rPr lang="en-US"/>
              <a:t> </a:t>
            </a:r>
          </a:p>
        </p:txBody>
      </p:sp>
      <p:sp>
        <p:nvSpPr>
          <p:cNvPr id="16" name="Text Placeholder 5">
            <a:extLst>
              <a:ext uri="{FF2B5EF4-FFF2-40B4-BE49-F238E27FC236}">
                <a16:creationId xmlns:a16="http://schemas.microsoft.com/office/drawing/2014/main" id="{AD7E99EF-22EF-4121-AE92-6D5B19966DD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30188" y="1288806"/>
            <a:ext cx="8686800" cy="2250289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8" name="Text Placeholder 5">
            <a:extLst>
              <a:ext uri="{FF2B5EF4-FFF2-40B4-BE49-F238E27FC236}">
                <a16:creationId xmlns:a16="http://schemas.microsoft.com/office/drawing/2014/main" id="{A1063BD4-E28D-4180-97D0-9485CDF7979D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230188" y="3631257"/>
            <a:ext cx="8686800" cy="338554"/>
          </a:xfrm>
          <a:solidFill>
            <a:schemeClr val="tx2"/>
          </a:solidFill>
          <a:ln w="6350">
            <a:noFill/>
            <a:miter lim="800000"/>
            <a:headEnd/>
            <a:tailEnd/>
          </a:ln>
          <a:effectLst/>
        </p:spPr>
        <p:txBody>
          <a:bodyPr vert="horz" wrap="square" lIns="91440" tIns="91440" rIns="91440" bIns="91440" rtlCol="0" anchor="t" anchorCtr="0">
            <a:spAutoFit/>
          </a:bodyPr>
          <a:lstStyle>
            <a:lvl1pPr>
              <a:defRPr lang="en-US" b="1" dirty="0">
                <a:solidFill>
                  <a:schemeClr val="bg1"/>
                </a:solidFill>
              </a:defRPr>
            </a:lvl1pPr>
          </a:lstStyle>
          <a:p>
            <a:pPr marL="0" lvl="0" indent="0" algn="ctr" defTabSz="457200" eaLnBrk="0" hangingPunct="0">
              <a:buNone/>
            </a:pPr>
            <a:r>
              <a:rPr lang="en-US"/>
              <a:t>Heading</a:t>
            </a:r>
          </a:p>
        </p:txBody>
      </p:sp>
      <p:sp>
        <p:nvSpPr>
          <p:cNvPr id="19" name="Text Placeholder 5">
            <a:extLst>
              <a:ext uri="{FF2B5EF4-FFF2-40B4-BE49-F238E27FC236}">
                <a16:creationId xmlns:a16="http://schemas.microsoft.com/office/drawing/2014/main" id="{39B188B5-528C-4523-9955-50E97587A91E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230188" y="3941360"/>
            <a:ext cx="8686800" cy="9144"/>
          </a:xfrm>
          <a:solidFill>
            <a:srgbClr val="4F6877"/>
          </a:solidFill>
        </p:spPr>
        <p:txBody>
          <a:bodyPr anchor="ctr"/>
          <a:lstStyle>
            <a:lvl1pPr marL="0" indent="0">
              <a:buNone/>
              <a:defRPr sz="200" b="1"/>
            </a:lvl1pPr>
            <a:lvl2pPr marL="228600" indent="0">
              <a:buNone/>
              <a:defRPr/>
            </a:lvl2pPr>
            <a:lvl3pPr marL="457200" indent="0">
              <a:buNone/>
              <a:defRPr/>
            </a:lvl3pPr>
            <a:lvl4pPr marL="685800" indent="0">
              <a:buNone/>
              <a:defRPr/>
            </a:lvl4pPr>
            <a:lvl5pPr marL="914400" indent="0">
              <a:buNone/>
              <a:defRPr/>
            </a:lvl5pPr>
          </a:lstStyle>
          <a:p>
            <a:pPr lvl="0"/>
            <a:r>
              <a:rPr lang="en-US"/>
              <a:t> </a:t>
            </a:r>
          </a:p>
        </p:txBody>
      </p:sp>
      <p:sp>
        <p:nvSpPr>
          <p:cNvPr id="22" name="Text Placeholder 5">
            <a:extLst>
              <a:ext uri="{FF2B5EF4-FFF2-40B4-BE49-F238E27FC236}">
                <a16:creationId xmlns:a16="http://schemas.microsoft.com/office/drawing/2014/main" id="{F298A02F-6D7E-4281-A9AC-193EE7E6127B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230188" y="3986287"/>
            <a:ext cx="8686800" cy="2250289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3" name="Footer Placeholder 4">
            <a:extLst>
              <a:ext uri="{FF2B5EF4-FFF2-40B4-BE49-F238E27FC236}">
                <a16:creationId xmlns:a16="http://schemas.microsoft.com/office/drawing/2014/main" id="{8F983B8D-72D1-4439-BD2A-F0E887EDD69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32338" y="6545404"/>
            <a:ext cx="8302062" cy="195313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lvl1pPr algn="l">
              <a:defRPr sz="800">
                <a:solidFill>
                  <a:srgbClr val="474749"/>
                </a:solidFill>
                <a:latin typeface="Goldplay Regular"/>
                <a:cs typeface="Arial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C70E2F37-8427-4B2D-8BA9-8EED692E2A2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53547" y="6545404"/>
            <a:ext cx="261853" cy="195313"/>
          </a:xfrm>
          <a:prstGeom prst="rect">
            <a:avLst/>
          </a:prstGeom>
          <a:ln w="15875">
            <a:noFill/>
          </a:ln>
        </p:spPr>
        <p:txBody>
          <a:bodyPr vert="horz" lIns="0" tIns="0" rIns="0" bIns="0" rtlCol="0" anchor="ctr">
            <a:noAutofit/>
          </a:bodyPr>
          <a:lstStyle>
            <a:lvl1pPr algn="r">
              <a:defRPr sz="800">
                <a:solidFill>
                  <a:srgbClr val="474749"/>
                </a:solidFill>
                <a:latin typeface="Goldplay Regular"/>
                <a:cs typeface="Arial" panose="020B0604020202020204" pitchFamily="34" charset="0"/>
              </a:defRPr>
            </a:lvl1pPr>
          </a:lstStyle>
          <a:p>
            <a:fld id="{E787E26D-2180-4E25-AB0B-12023A6BF6AE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523672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6DEA13-8ABE-433C-8E10-7BF7469EC3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0189" y="231790"/>
            <a:ext cx="7802766" cy="592841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7888592C-6BA3-4BE0-A4FC-C2E85845991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32338" y="6545404"/>
            <a:ext cx="8302062" cy="195313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lvl1pPr algn="l">
              <a:defRPr sz="800">
                <a:solidFill>
                  <a:srgbClr val="474749"/>
                </a:solidFill>
                <a:latin typeface="Goldplay Regular"/>
                <a:cs typeface="Arial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72A3FE7F-57A8-4411-941B-29012D3B0F5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53547" y="6545404"/>
            <a:ext cx="261853" cy="195313"/>
          </a:xfrm>
          <a:prstGeom prst="rect">
            <a:avLst/>
          </a:prstGeom>
          <a:ln w="15875">
            <a:noFill/>
          </a:ln>
        </p:spPr>
        <p:txBody>
          <a:bodyPr vert="horz" lIns="0" tIns="0" rIns="0" bIns="0" rtlCol="0" anchor="ctr">
            <a:noAutofit/>
          </a:bodyPr>
          <a:lstStyle>
            <a:lvl1pPr algn="r">
              <a:defRPr sz="800">
                <a:solidFill>
                  <a:srgbClr val="474749"/>
                </a:solidFill>
                <a:latin typeface="Goldplay Regular"/>
                <a:cs typeface="Arial" panose="020B0604020202020204" pitchFamily="34" charset="0"/>
              </a:defRPr>
            </a:lvl1pPr>
          </a:lstStyle>
          <a:p>
            <a:fld id="{E787E26D-2180-4E25-AB0B-12023A6BF6AE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Text Placeholder 5">
            <a:extLst>
              <a:ext uri="{FF2B5EF4-FFF2-40B4-BE49-F238E27FC236}">
                <a16:creationId xmlns:a16="http://schemas.microsoft.com/office/drawing/2014/main" id="{681F7A8A-81B3-4247-BC73-F16237B88BA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230188" y="933776"/>
            <a:ext cx="8686800" cy="338554"/>
          </a:xfrm>
          <a:solidFill>
            <a:schemeClr val="tx2"/>
          </a:solidFill>
          <a:ln w="6350">
            <a:noFill/>
            <a:miter lim="800000"/>
            <a:headEnd/>
            <a:tailEnd/>
          </a:ln>
          <a:effectLst/>
        </p:spPr>
        <p:txBody>
          <a:bodyPr vert="horz" wrap="square" lIns="91440" tIns="91440" rIns="91440" bIns="91440" rtlCol="0" anchor="t" anchorCtr="0">
            <a:spAutoFit/>
          </a:bodyPr>
          <a:lstStyle>
            <a:lvl1pPr>
              <a:defRPr lang="en-US" b="1" dirty="0">
                <a:solidFill>
                  <a:schemeClr val="bg1"/>
                </a:solidFill>
              </a:defRPr>
            </a:lvl1pPr>
          </a:lstStyle>
          <a:p>
            <a:pPr marL="0" lvl="0" indent="0" algn="ctr" defTabSz="457200" eaLnBrk="0" hangingPunct="0">
              <a:buNone/>
            </a:pPr>
            <a:endParaRPr lang="en-US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DA34083A-CD0D-454B-9FFE-7D179E27A387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230188" y="1243879"/>
            <a:ext cx="8686800" cy="9144"/>
          </a:xfrm>
          <a:solidFill>
            <a:srgbClr val="4F6877"/>
          </a:solidFill>
        </p:spPr>
        <p:txBody>
          <a:bodyPr anchor="ctr"/>
          <a:lstStyle>
            <a:lvl1pPr marL="0" indent="0">
              <a:buNone/>
              <a:defRPr sz="200" b="1"/>
            </a:lvl1pPr>
            <a:lvl2pPr marL="228600" indent="0">
              <a:buNone/>
              <a:defRPr/>
            </a:lvl2pPr>
            <a:lvl3pPr marL="457200" indent="0">
              <a:buNone/>
              <a:defRPr/>
            </a:lvl3pPr>
            <a:lvl4pPr marL="685800" indent="0">
              <a:buNone/>
              <a:defRPr/>
            </a:lvl4pPr>
            <a:lvl5pPr marL="914400" indent="0">
              <a:buNone/>
              <a:defRPr/>
            </a:lvl5pPr>
          </a:lstStyle>
          <a:p>
            <a:pPr lvl="0"/>
            <a:r>
              <a:rPr lang="en-US"/>
              <a:t> </a:t>
            </a:r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F49AE0E6-D9DD-43BA-9ACC-166BC5A23898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2112209922"/>
              </p:ext>
            </p:extLst>
          </p:nvPr>
        </p:nvGraphicFramePr>
        <p:xfrm>
          <a:off x="227011" y="1381475"/>
          <a:ext cx="8686800" cy="3662436"/>
        </p:xfrm>
        <a:graphic>
          <a:graphicData uri="http://schemas.openxmlformats.org/drawingml/2006/table">
            <a:tbl>
              <a:tblPr firstCol="1">
                <a:tableStyleId>{5C22544A-7EE6-4342-B048-85BDC9FD1C3A}</a:tableStyleId>
              </a:tblPr>
              <a:tblGrid>
                <a:gridCol w="1780693">
                  <a:extLst>
                    <a:ext uri="{9D8B030D-6E8A-4147-A177-3AD203B41FA5}">
                      <a16:colId xmlns:a16="http://schemas.microsoft.com/office/drawing/2014/main" val="1990543592"/>
                    </a:ext>
                  </a:extLst>
                </a:gridCol>
                <a:gridCol w="6906107">
                  <a:extLst>
                    <a:ext uri="{9D8B030D-6E8A-4147-A177-3AD203B41FA5}">
                      <a16:colId xmlns:a16="http://schemas.microsoft.com/office/drawing/2014/main" val="4137104438"/>
                    </a:ext>
                  </a:extLst>
                </a:gridCol>
              </a:tblGrid>
              <a:tr h="915609">
                <a:tc>
                  <a:txBody>
                    <a:bodyPr/>
                    <a:lstStyle/>
                    <a:p>
                      <a:pPr algn="ctr"/>
                      <a:r>
                        <a:rPr lang="en-US" sz="1050" b="1">
                          <a:solidFill>
                            <a:schemeClr val="bg1"/>
                          </a:solidFill>
                        </a:rPr>
                        <a:t>XXX</a:t>
                      </a:r>
                    </a:p>
                  </a:txBody>
                  <a:tcPr marT="41564" marB="41564" anchor="ctr">
                    <a:lnL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171450" indent="-171450" algn="l">
                        <a:buFont typeface="Arial" panose="020B0604020202020204" pitchFamily="34" charset="0"/>
                        <a:buChar char="•"/>
                      </a:pPr>
                      <a:r>
                        <a:rPr lang="en-US" sz="900" b="0"/>
                        <a:t>XXX</a:t>
                      </a:r>
                    </a:p>
                  </a:txBody>
                  <a:tcPr marT="41564" marB="41564">
                    <a:lnL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6350" cap="flat" cmpd="sng" algn="ctr">
                      <a:solidFill>
                        <a:srgbClr val="4F6877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43800665"/>
                  </a:ext>
                </a:extLst>
              </a:tr>
              <a:tr h="915609">
                <a:tc>
                  <a:txBody>
                    <a:bodyPr/>
                    <a:lstStyle/>
                    <a:p>
                      <a:pPr algn="ctr"/>
                      <a:endParaRPr lang="en-US" sz="1050" b="1">
                        <a:solidFill>
                          <a:schemeClr val="bg1"/>
                        </a:solidFill>
                      </a:endParaRPr>
                    </a:p>
                  </a:txBody>
                  <a:tcPr marT="41564" marB="41564" anchor="ctr">
                    <a:lnL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171450" indent="-171450" algn="l">
                        <a:buFont typeface="Arial" panose="020B0604020202020204" pitchFamily="34" charset="0"/>
                        <a:buChar char="•"/>
                      </a:pPr>
                      <a:endParaRPr lang="en-US" sz="900" b="0"/>
                    </a:p>
                  </a:txBody>
                  <a:tcPr marT="41564" marB="41564">
                    <a:lnL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6350" cap="flat" cmpd="sng" algn="ctr">
                      <a:solidFill>
                        <a:srgbClr val="4F6877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6877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38366385"/>
                  </a:ext>
                </a:extLst>
              </a:tr>
              <a:tr h="915609">
                <a:tc>
                  <a:txBody>
                    <a:bodyPr/>
                    <a:lstStyle/>
                    <a:p>
                      <a:pPr algn="ctr"/>
                      <a:endParaRPr lang="en-US" sz="1050" b="1">
                        <a:solidFill>
                          <a:schemeClr val="bg1"/>
                        </a:solidFill>
                      </a:endParaRPr>
                    </a:p>
                  </a:txBody>
                  <a:tcPr marT="41564" marB="41564" anchor="ctr">
                    <a:lnL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171450" indent="-171450" algn="l">
                        <a:buFont typeface="Arial" panose="020B0604020202020204" pitchFamily="34" charset="0"/>
                        <a:buChar char="•"/>
                      </a:pPr>
                      <a:endParaRPr lang="en-US" sz="900" b="0"/>
                    </a:p>
                  </a:txBody>
                  <a:tcPr marT="41564" marB="41564">
                    <a:lnL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6350" cap="flat" cmpd="sng" algn="ctr">
                      <a:solidFill>
                        <a:srgbClr val="4F6877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6877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19460822"/>
                  </a:ext>
                </a:extLst>
              </a:tr>
              <a:tr h="915609">
                <a:tc>
                  <a:txBody>
                    <a:bodyPr/>
                    <a:lstStyle/>
                    <a:p>
                      <a:pPr algn="ctr"/>
                      <a:endParaRPr lang="en-US" sz="1050" b="1">
                        <a:solidFill>
                          <a:schemeClr val="bg1"/>
                        </a:solidFill>
                      </a:endParaRPr>
                    </a:p>
                  </a:txBody>
                  <a:tcPr marT="41564" marB="41564" anchor="ctr">
                    <a:lnL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171450" indent="-171450" algn="l">
                        <a:buFont typeface="Arial" panose="020B0604020202020204" pitchFamily="34" charset="0"/>
                        <a:buChar char="•"/>
                      </a:pPr>
                      <a:endParaRPr lang="en-US" sz="900" b="0"/>
                    </a:p>
                  </a:txBody>
                  <a:tcPr marT="41564" marB="41564">
                    <a:lnL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6350" cap="flat" cmpd="sng" algn="ctr">
                      <a:solidFill>
                        <a:srgbClr val="4F6877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6877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7021785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63506529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point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DC910755-9761-463D-A9AF-ABB3617D0F81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634906043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592" imgH="594" progId="TCLayout.ActiveDocument.1">
                  <p:embed/>
                </p:oleObj>
              </mc:Choice>
              <mc:Fallback>
                <p:oleObj name="think-cell Slide" r:id="rId4" imgW="592" imgH="594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DC910755-9761-463D-A9AF-ABB3617D0F81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5" name="Rectangle 4" hidden="1">
            <a:extLst>
              <a:ext uri="{FF2B5EF4-FFF2-40B4-BE49-F238E27FC236}">
                <a16:creationId xmlns:a16="http://schemas.microsoft.com/office/drawing/2014/main" id="{47AFCF3D-ACB8-4302-90C0-E926DED927BB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0" tIns="0" rIns="0" bIns="0" numCol="1" spcCol="0" rtlCol="0" anchor="ctr" anchorCtr="0">
            <a:noAutofit/>
          </a:bodyPr>
          <a:lstStyle/>
          <a:p>
            <a:pPr marL="0" lvl="0" indent="0" algn="ctr" eaLnBrk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1600" b="1" i="0" baseline="0">
              <a:latin typeface="Arial" panose="020B0604020202020204" pitchFamily="34" charset="0"/>
              <a:ea typeface="+mj-ea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D10AF42-3977-40F3-9CAB-C137679BC9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BCA816B0-3A23-4784-B471-952DF9593BC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30188" y="933776"/>
            <a:ext cx="1884362" cy="1225296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200" b="1">
                <a:solidFill>
                  <a:schemeClr val="bg1"/>
                </a:solidFill>
              </a:defRPr>
            </a:lvl1pPr>
            <a:lvl2pPr marL="228600" indent="0">
              <a:buNone/>
              <a:defRPr/>
            </a:lvl2pPr>
            <a:lvl3pPr marL="457200" indent="0">
              <a:buNone/>
              <a:defRPr/>
            </a:lvl3pPr>
            <a:lvl4pPr marL="685800" indent="0">
              <a:buNone/>
              <a:defRPr/>
            </a:lvl4pPr>
            <a:lvl5pPr marL="914400" indent="0">
              <a:buNone/>
              <a:defRPr/>
            </a:lvl5pPr>
          </a:lstStyle>
          <a:p>
            <a:pPr lvl="0"/>
            <a:r>
              <a:rPr lang="en-US"/>
              <a:t>Heading</a:t>
            </a:r>
          </a:p>
        </p:txBody>
      </p:sp>
      <p:sp>
        <p:nvSpPr>
          <p:cNvPr id="7" name="Text Placeholder 5">
            <a:extLst>
              <a:ext uri="{FF2B5EF4-FFF2-40B4-BE49-F238E27FC236}">
                <a16:creationId xmlns:a16="http://schemas.microsoft.com/office/drawing/2014/main" id="{A67E4925-5F36-4D1D-9A04-BD8B37E8694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181224" y="933776"/>
            <a:ext cx="6735763" cy="1225296"/>
          </a:xfrm>
        </p:spPr>
        <p:txBody>
          <a:bodyPr anchor="ctr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0" name="Text Placeholder 5">
            <a:extLst>
              <a:ext uri="{FF2B5EF4-FFF2-40B4-BE49-F238E27FC236}">
                <a16:creationId xmlns:a16="http://schemas.microsoft.com/office/drawing/2014/main" id="{9D741A32-4616-40DE-B7B7-78B6CD87D17D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230188" y="2220795"/>
            <a:ext cx="8686800" cy="9144"/>
          </a:xfrm>
          <a:solidFill>
            <a:schemeClr val="accent1"/>
          </a:solidFill>
        </p:spPr>
        <p:txBody>
          <a:bodyPr anchor="ctr"/>
          <a:lstStyle>
            <a:lvl1pPr marL="0" indent="0">
              <a:buNone/>
              <a:defRPr sz="200" b="1"/>
            </a:lvl1pPr>
            <a:lvl2pPr marL="228600" indent="0">
              <a:buNone/>
              <a:defRPr/>
            </a:lvl2pPr>
            <a:lvl3pPr marL="457200" indent="0">
              <a:buNone/>
              <a:defRPr/>
            </a:lvl3pPr>
            <a:lvl4pPr marL="685800" indent="0">
              <a:buNone/>
              <a:defRPr/>
            </a:lvl4pPr>
            <a:lvl5pPr marL="914400" indent="0">
              <a:buNone/>
              <a:defRPr/>
            </a:lvl5pPr>
          </a:lstStyle>
          <a:p>
            <a:pPr lvl="0"/>
            <a:r>
              <a:rPr lang="en-US"/>
              <a:t> </a:t>
            </a:r>
          </a:p>
        </p:txBody>
      </p:sp>
      <p:sp>
        <p:nvSpPr>
          <p:cNvPr id="21" name="Text Placeholder 5">
            <a:extLst>
              <a:ext uri="{FF2B5EF4-FFF2-40B4-BE49-F238E27FC236}">
                <a16:creationId xmlns:a16="http://schemas.microsoft.com/office/drawing/2014/main" id="{E683231E-76D1-443F-8ACC-FACFFE16EBD5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230188" y="3580965"/>
            <a:ext cx="8686800" cy="9144"/>
          </a:xfrm>
          <a:solidFill>
            <a:schemeClr val="accent1"/>
          </a:solidFill>
        </p:spPr>
        <p:txBody>
          <a:bodyPr anchor="ctr"/>
          <a:lstStyle>
            <a:lvl1pPr marL="0" indent="0">
              <a:buNone/>
              <a:defRPr sz="200" b="1"/>
            </a:lvl1pPr>
            <a:lvl2pPr marL="228600" indent="0">
              <a:buNone/>
              <a:defRPr/>
            </a:lvl2pPr>
            <a:lvl3pPr marL="457200" indent="0">
              <a:buNone/>
              <a:defRPr/>
            </a:lvl3pPr>
            <a:lvl4pPr marL="685800" indent="0">
              <a:buNone/>
              <a:defRPr/>
            </a:lvl4pPr>
            <a:lvl5pPr marL="914400" indent="0">
              <a:buNone/>
              <a:defRPr/>
            </a:lvl5pPr>
          </a:lstStyle>
          <a:p>
            <a:pPr lvl="0"/>
            <a:r>
              <a:rPr lang="en-US"/>
              <a:t> </a:t>
            </a:r>
          </a:p>
        </p:txBody>
      </p:sp>
      <p:sp>
        <p:nvSpPr>
          <p:cNvPr id="22" name="Text Placeholder 5">
            <a:extLst>
              <a:ext uri="{FF2B5EF4-FFF2-40B4-BE49-F238E27FC236}">
                <a16:creationId xmlns:a16="http://schemas.microsoft.com/office/drawing/2014/main" id="{CCFB52F4-428D-4475-B48A-44BD696A3BE4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230188" y="4941135"/>
            <a:ext cx="8686800" cy="9144"/>
          </a:xfrm>
          <a:solidFill>
            <a:schemeClr val="accent1"/>
          </a:solidFill>
        </p:spPr>
        <p:txBody>
          <a:bodyPr anchor="ctr"/>
          <a:lstStyle>
            <a:lvl1pPr marL="0" indent="0">
              <a:buNone/>
              <a:defRPr sz="200" b="1"/>
            </a:lvl1pPr>
            <a:lvl2pPr marL="228600" indent="0">
              <a:buNone/>
              <a:defRPr/>
            </a:lvl2pPr>
            <a:lvl3pPr marL="457200" indent="0">
              <a:buNone/>
              <a:defRPr/>
            </a:lvl3pPr>
            <a:lvl4pPr marL="685800" indent="0">
              <a:buNone/>
              <a:defRPr/>
            </a:lvl4pPr>
            <a:lvl5pPr marL="914400" indent="0">
              <a:buNone/>
              <a:defRPr/>
            </a:lvl5pPr>
          </a:lstStyle>
          <a:p>
            <a:pPr lvl="0"/>
            <a:r>
              <a:rPr lang="en-US"/>
              <a:t> </a:t>
            </a:r>
          </a:p>
        </p:txBody>
      </p:sp>
      <p:sp>
        <p:nvSpPr>
          <p:cNvPr id="25" name="Text Placeholder 5">
            <a:extLst>
              <a:ext uri="{FF2B5EF4-FFF2-40B4-BE49-F238E27FC236}">
                <a16:creationId xmlns:a16="http://schemas.microsoft.com/office/drawing/2014/main" id="{B8EEFACE-CA7F-4616-9D92-57942471D68E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230188" y="2293947"/>
            <a:ext cx="1884362" cy="1225296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200" b="1">
                <a:solidFill>
                  <a:schemeClr val="bg1"/>
                </a:solidFill>
              </a:defRPr>
            </a:lvl1pPr>
            <a:lvl2pPr marL="228600" indent="0">
              <a:buNone/>
              <a:defRPr/>
            </a:lvl2pPr>
            <a:lvl3pPr marL="457200" indent="0">
              <a:buNone/>
              <a:defRPr/>
            </a:lvl3pPr>
            <a:lvl4pPr marL="685800" indent="0">
              <a:buNone/>
              <a:defRPr/>
            </a:lvl4pPr>
            <a:lvl5pPr marL="914400" indent="0">
              <a:buNone/>
              <a:defRPr/>
            </a:lvl5pPr>
          </a:lstStyle>
          <a:p>
            <a:pPr lvl="0"/>
            <a:r>
              <a:rPr lang="en-US"/>
              <a:t>Heading</a:t>
            </a:r>
          </a:p>
        </p:txBody>
      </p:sp>
      <p:sp>
        <p:nvSpPr>
          <p:cNvPr id="26" name="Text Placeholder 5">
            <a:extLst>
              <a:ext uri="{FF2B5EF4-FFF2-40B4-BE49-F238E27FC236}">
                <a16:creationId xmlns:a16="http://schemas.microsoft.com/office/drawing/2014/main" id="{CA0C5FEE-27D9-4BD1-A62A-4F893456F58B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2181224" y="2293947"/>
            <a:ext cx="6735763" cy="1225296"/>
          </a:xfrm>
        </p:spPr>
        <p:txBody>
          <a:bodyPr anchor="ctr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7" name="Text Placeholder 5">
            <a:extLst>
              <a:ext uri="{FF2B5EF4-FFF2-40B4-BE49-F238E27FC236}">
                <a16:creationId xmlns:a16="http://schemas.microsoft.com/office/drawing/2014/main" id="{EE49AC8F-5E64-4BEF-B556-5C7A521CFB5F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230188" y="3654117"/>
            <a:ext cx="1884362" cy="1225296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200" b="1">
                <a:solidFill>
                  <a:schemeClr val="bg1"/>
                </a:solidFill>
              </a:defRPr>
            </a:lvl1pPr>
            <a:lvl2pPr marL="228600" indent="0">
              <a:buNone/>
              <a:defRPr/>
            </a:lvl2pPr>
            <a:lvl3pPr marL="457200" indent="0">
              <a:buNone/>
              <a:defRPr/>
            </a:lvl3pPr>
            <a:lvl4pPr marL="685800" indent="0">
              <a:buNone/>
              <a:defRPr/>
            </a:lvl4pPr>
            <a:lvl5pPr marL="914400" indent="0">
              <a:buNone/>
              <a:defRPr/>
            </a:lvl5pPr>
          </a:lstStyle>
          <a:p>
            <a:pPr lvl="0"/>
            <a:r>
              <a:rPr lang="en-US"/>
              <a:t>Heading</a:t>
            </a:r>
          </a:p>
        </p:txBody>
      </p:sp>
      <p:sp>
        <p:nvSpPr>
          <p:cNvPr id="28" name="Text Placeholder 5">
            <a:extLst>
              <a:ext uri="{FF2B5EF4-FFF2-40B4-BE49-F238E27FC236}">
                <a16:creationId xmlns:a16="http://schemas.microsoft.com/office/drawing/2014/main" id="{798FAF68-D73C-4024-89B6-128512BB057C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2181224" y="3654117"/>
            <a:ext cx="6735763" cy="1225296"/>
          </a:xfrm>
        </p:spPr>
        <p:txBody>
          <a:bodyPr anchor="ctr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9" name="Text Placeholder 5">
            <a:extLst>
              <a:ext uri="{FF2B5EF4-FFF2-40B4-BE49-F238E27FC236}">
                <a16:creationId xmlns:a16="http://schemas.microsoft.com/office/drawing/2014/main" id="{4B7350ED-EE7F-4747-8CDA-F907EEF5E6D9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230188" y="5014287"/>
            <a:ext cx="1884362" cy="1225296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200" b="1">
                <a:solidFill>
                  <a:schemeClr val="bg1"/>
                </a:solidFill>
              </a:defRPr>
            </a:lvl1pPr>
            <a:lvl2pPr marL="228600" indent="0">
              <a:buNone/>
              <a:defRPr/>
            </a:lvl2pPr>
            <a:lvl3pPr marL="457200" indent="0">
              <a:buNone/>
              <a:defRPr/>
            </a:lvl3pPr>
            <a:lvl4pPr marL="685800" indent="0">
              <a:buNone/>
              <a:defRPr/>
            </a:lvl4pPr>
            <a:lvl5pPr marL="914400" indent="0">
              <a:buNone/>
              <a:defRPr/>
            </a:lvl5pPr>
          </a:lstStyle>
          <a:p>
            <a:pPr lvl="0"/>
            <a:r>
              <a:rPr lang="en-US"/>
              <a:t>Heading</a:t>
            </a:r>
          </a:p>
        </p:txBody>
      </p:sp>
      <p:sp>
        <p:nvSpPr>
          <p:cNvPr id="30" name="Text Placeholder 5">
            <a:extLst>
              <a:ext uri="{FF2B5EF4-FFF2-40B4-BE49-F238E27FC236}">
                <a16:creationId xmlns:a16="http://schemas.microsoft.com/office/drawing/2014/main" id="{1FEC0859-F7F8-4EFC-88CE-BD17567F3DAC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2181224" y="5014287"/>
            <a:ext cx="6735763" cy="1225296"/>
          </a:xfrm>
        </p:spPr>
        <p:txBody>
          <a:bodyPr anchor="ctr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8" name="Footer Placeholder 4">
            <a:extLst>
              <a:ext uri="{FF2B5EF4-FFF2-40B4-BE49-F238E27FC236}">
                <a16:creationId xmlns:a16="http://schemas.microsoft.com/office/drawing/2014/main" id="{52A1735B-957E-4354-B3F5-E94B10099A5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32338" y="6545404"/>
            <a:ext cx="8302062" cy="195313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lvl1pPr algn="l">
              <a:defRPr sz="800">
                <a:solidFill>
                  <a:srgbClr val="474749"/>
                </a:solidFill>
                <a:latin typeface="Goldplay Regular"/>
                <a:cs typeface="Arial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19" name="Slide Number Placeholder 5">
            <a:extLst>
              <a:ext uri="{FF2B5EF4-FFF2-40B4-BE49-F238E27FC236}">
                <a16:creationId xmlns:a16="http://schemas.microsoft.com/office/drawing/2014/main" id="{2C724808-795E-4DD9-9D71-1DCBC1C2646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53547" y="6545404"/>
            <a:ext cx="261853" cy="195313"/>
          </a:xfrm>
          <a:prstGeom prst="rect">
            <a:avLst/>
          </a:prstGeom>
          <a:ln w="15875">
            <a:noFill/>
          </a:ln>
        </p:spPr>
        <p:txBody>
          <a:bodyPr vert="horz" lIns="0" tIns="0" rIns="0" bIns="0" rtlCol="0" anchor="ctr">
            <a:noAutofit/>
          </a:bodyPr>
          <a:lstStyle>
            <a:lvl1pPr algn="r">
              <a:defRPr sz="800">
                <a:solidFill>
                  <a:srgbClr val="474749"/>
                </a:solidFill>
                <a:latin typeface="Goldplay Regular"/>
                <a:cs typeface="Arial" panose="020B0604020202020204" pitchFamily="34" charset="0"/>
              </a:defRPr>
            </a:lvl1pPr>
          </a:lstStyle>
          <a:p>
            <a:fld id="{E787E26D-2180-4E25-AB0B-12023A6BF6AE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643027B4-2F5F-4A14-B909-B0E50B538ED4}"/>
              </a:ext>
            </a:extLst>
          </p:cNvPr>
          <p:cNvCxnSpPr/>
          <p:nvPr userDrawn="1"/>
        </p:nvCxnSpPr>
        <p:spPr>
          <a:xfrm>
            <a:off x="228600" y="6490830"/>
            <a:ext cx="8686800" cy="0"/>
          </a:xfrm>
          <a:prstGeom prst="line">
            <a:avLst/>
          </a:prstGeom>
          <a:ln w="9525" cmpd="sng">
            <a:solidFill>
              <a:srgbClr val="4F6877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362333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 point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12099DDD-739F-446B-A9CE-DFC3F30785DF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807465351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592" imgH="594" progId="TCLayout.ActiveDocument.1">
                  <p:embed/>
                </p:oleObj>
              </mc:Choice>
              <mc:Fallback>
                <p:oleObj name="think-cell Slide" r:id="rId4" imgW="592" imgH="594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12099DDD-739F-446B-A9CE-DFC3F30785DF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5" name="Rectangle 4" hidden="1">
            <a:extLst>
              <a:ext uri="{FF2B5EF4-FFF2-40B4-BE49-F238E27FC236}">
                <a16:creationId xmlns:a16="http://schemas.microsoft.com/office/drawing/2014/main" id="{D7EE81A6-B871-4B13-94D1-1EE3CD0411D8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0" tIns="0" rIns="0" bIns="0" numCol="1" spcCol="0" rtlCol="0" anchor="ctr" anchorCtr="0">
            <a:noAutofit/>
          </a:bodyPr>
          <a:lstStyle/>
          <a:p>
            <a:pPr marL="0" lvl="0" indent="0" algn="ctr" eaLnBrk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1600" b="1" i="0" baseline="0">
              <a:latin typeface="Arial" panose="020B0604020202020204" pitchFamily="34" charset="0"/>
              <a:ea typeface="+mj-ea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D10AF42-3977-40F3-9CAB-C137679BC9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BCA816B0-3A23-4784-B471-952DF9593BC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30188" y="933776"/>
            <a:ext cx="1884362" cy="950976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200" b="1">
                <a:solidFill>
                  <a:schemeClr val="bg1"/>
                </a:solidFill>
              </a:defRPr>
            </a:lvl1pPr>
            <a:lvl2pPr marL="228600" indent="0">
              <a:buNone/>
              <a:defRPr/>
            </a:lvl2pPr>
            <a:lvl3pPr marL="457200" indent="0">
              <a:buNone/>
              <a:defRPr/>
            </a:lvl3pPr>
            <a:lvl4pPr marL="685800" indent="0">
              <a:buNone/>
              <a:defRPr/>
            </a:lvl4pPr>
            <a:lvl5pPr marL="914400" indent="0">
              <a:buNone/>
              <a:defRPr/>
            </a:lvl5pPr>
          </a:lstStyle>
          <a:p>
            <a:pPr lvl="0"/>
            <a:r>
              <a:rPr lang="en-US"/>
              <a:t>Heading</a:t>
            </a:r>
          </a:p>
        </p:txBody>
      </p:sp>
      <p:sp>
        <p:nvSpPr>
          <p:cNvPr id="7" name="Text Placeholder 5">
            <a:extLst>
              <a:ext uri="{FF2B5EF4-FFF2-40B4-BE49-F238E27FC236}">
                <a16:creationId xmlns:a16="http://schemas.microsoft.com/office/drawing/2014/main" id="{A67E4925-5F36-4D1D-9A04-BD8B37E8694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181224" y="933776"/>
            <a:ext cx="6735763" cy="950976"/>
          </a:xfrm>
        </p:spPr>
        <p:txBody>
          <a:bodyPr anchor="ctr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9" name="Text Placeholder 5">
            <a:extLst>
              <a:ext uri="{FF2B5EF4-FFF2-40B4-BE49-F238E27FC236}">
                <a16:creationId xmlns:a16="http://schemas.microsoft.com/office/drawing/2014/main" id="{8CA1F9BA-2839-47FC-91AA-73A94F4B860B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30188" y="1948760"/>
            <a:ext cx="8686800" cy="9144"/>
          </a:xfrm>
          <a:solidFill>
            <a:schemeClr val="accent1"/>
          </a:solidFill>
        </p:spPr>
        <p:txBody>
          <a:bodyPr anchor="ctr"/>
          <a:lstStyle>
            <a:lvl1pPr marL="0" indent="0">
              <a:buNone/>
              <a:defRPr sz="200" b="1"/>
            </a:lvl1pPr>
            <a:lvl2pPr marL="228600" indent="0">
              <a:buNone/>
              <a:defRPr/>
            </a:lvl2pPr>
            <a:lvl3pPr marL="457200" indent="0">
              <a:buNone/>
              <a:defRPr/>
            </a:lvl3pPr>
            <a:lvl4pPr marL="685800" indent="0">
              <a:buNone/>
              <a:defRPr/>
            </a:lvl4pPr>
            <a:lvl5pPr marL="914400" indent="0">
              <a:buNone/>
              <a:defRPr/>
            </a:lvl5pPr>
          </a:lstStyle>
          <a:p>
            <a:pPr lvl="0"/>
            <a:r>
              <a:rPr lang="en-US"/>
              <a:t> </a:t>
            </a:r>
          </a:p>
        </p:txBody>
      </p:sp>
      <p:sp>
        <p:nvSpPr>
          <p:cNvPr id="20" name="Text Placeholder 5">
            <a:extLst>
              <a:ext uri="{FF2B5EF4-FFF2-40B4-BE49-F238E27FC236}">
                <a16:creationId xmlns:a16="http://schemas.microsoft.com/office/drawing/2014/main" id="{9D741A32-4616-40DE-B7B7-78B6CD87D17D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230188" y="3036896"/>
            <a:ext cx="8686800" cy="9144"/>
          </a:xfrm>
          <a:solidFill>
            <a:schemeClr val="accent1"/>
          </a:solidFill>
        </p:spPr>
        <p:txBody>
          <a:bodyPr anchor="ctr"/>
          <a:lstStyle>
            <a:lvl1pPr marL="0" indent="0">
              <a:buNone/>
              <a:defRPr sz="200" b="1"/>
            </a:lvl1pPr>
            <a:lvl2pPr marL="228600" indent="0">
              <a:buNone/>
              <a:defRPr/>
            </a:lvl2pPr>
            <a:lvl3pPr marL="457200" indent="0">
              <a:buNone/>
              <a:defRPr/>
            </a:lvl3pPr>
            <a:lvl4pPr marL="685800" indent="0">
              <a:buNone/>
              <a:defRPr/>
            </a:lvl4pPr>
            <a:lvl5pPr marL="914400" indent="0">
              <a:buNone/>
              <a:defRPr/>
            </a:lvl5pPr>
          </a:lstStyle>
          <a:p>
            <a:pPr lvl="0"/>
            <a:r>
              <a:rPr lang="en-US"/>
              <a:t> </a:t>
            </a:r>
          </a:p>
        </p:txBody>
      </p:sp>
      <p:sp>
        <p:nvSpPr>
          <p:cNvPr id="21" name="Text Placeholder 5">
            <a:extLst>
              <a:ext uri="{FF2B5EF4-FFF2-40B4-BE49-F238E27FC236}">
                <a16:creationId xmlns:a16="http://schemas.microsoft.com/office/drawing/2014/main" id="{E683231E-76D1-443F-8ACC-FACFFE16EBD5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230188" y="4125032"/>
            <a:ext cx="8686800" cy="9144"/>
          </a:xfrm>
          <a:solidFill>
            <a:schemeClr val="accent1"/>
          </a:solidFill>
        </p:spPr>
        <p:txBody>
          <a:bodyPr anchor="ctr"/>
          <a:lstStyle>
            <a:lvl1pPr marL="0" indent="0">
              <a:buNone/>
              <a:defRPr sz="200" b="1"/>
            </a:lvl1pPr>
            <a:lvl2pPr marL="228600" indent="0">
              <a:buNone/>
              <a:defRPr/>
            </a:lvl2pPr>
            <a:lvl3pPr marL="457200" indent="0">
              <a:buNone/>
              <a:defRPr/>
            </a:lvl3pPr>
            <a:lvl4pPr marL="685800" indent="0">
              <a:buNone/>
              <a:defRPr/>
            </a:lvl4pPr>
            <a:lvl5pPr marL="914400" indent="0">
              <a:buNone/>
              <a:defRPr/>
            </a:lvl5pPr>
          </a:lstStyle>
          <a:p>
            <a:pPr lvl="0"/>
            <a:r>
              <a:rPr lang="en-US"/>
              <a:t> </a:t>
            </a:r>
          </a:p>
        </p:txBody>
      </p:sp>
      <p:sp>
        <p:nvSpPr>
          <p:cNvPr id="22" name="Text Placeholder 5">
            <a:extLst>
              <a:ext uri="{FF2B5EF4-FFF2-40B4-BE49-F238E27FC236}">
                <a16:creationId xmlns:a16="http://schemas.microsoft.com/office/drawing/2014/main" id="{CCFB52F4-428D-4475-B48A-44BD696A3BE4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230188" y="5213168"/>
            <a:ext cx="8686800" cy="9144"/>
          </a:xfrm>
          <a:solidFill>
            <a:schemeClr val="accent1"/>
          </a:solidFill>
        </p:spPr>
        <p:txBody>
          <a:bodyPr anchor="ctr"/>
          <a:lstStyle>
            <a:lvl1pPr marL="0" indent="0">
              <a:buNone/>
              <a:defRPr sz="200" b="1"/>
            </a:lvl1pPr>
            <a:lvl2pPr marL="228600" indent="0">
              <a:buNone/>
              <a:defRPr/>
            </a:lvl2pPr>
            <a:lvl3pPr marL="457200" indent="0">
              <a:buNone/>
              <a:defRPr/>
            </a:lvl3pPr>
            <a:lvl4pPr marL="685800" indent="0">
              <a:buNone/>
              <a:defRPr/>
            </a:lvl4pPr>
            <a:lvl5pPr marL="914400" indent="0">
              <a:buNone/>
              <a:defRPr/>
            </a:lvl5pPr>
          </a:lstStyle>
          <a:p>
            <a:pPr lvl="0"/>
            <a:r>
              <a:rPr lang="en-US"/>
              <a:t> </a:t>
            </a:r>
          </a:p>
        </p:txBody>
      </p:sp>
      <p:sp>
        <p:nvSpPr>
          <p:cNvPr id="23" name="Text Placeholder 5">
            <a:extLst>
              <a:ext uri="{FF2B5EF4-FFF2-40B4-BE49-F238E27FC236}">
                <a16:creationId xmlns:a16="http://schemas.microsoft.com/office/drawing/2014/main" id="{2294B85F-B732-4A58-88F9-CED63BE4B0B1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230188" y="2021912"/>
            <a:ext cx="1884362" cy="950976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200" b="1">
                <a:solidFill>
                  <a:schemeClr val="bg1"/>
                </a:solidFill>
              </a:defRPr>
            </a:lvl1pPr>
            <a:lvl2pPr marL="228600" indent="0">
              <a:buNone/>
              <a:defRPr/>
            </a:lvl2pPr>
            <a:lvl3pPr marL="457200" indent="0">
              <a:buNone/>
              <a:defRPr/>
            </a:lvl3pPr>
            <a:lvl4pPr marL="685800" indent="0">
              <a:buNone/>
              <a:defRPr/>
            </a:lvl4pPr>
            <a:lvl5pPr marL="914400" indent="0">
              <a:buNone/>
              <a:defRPr/>
            </a:lvl5pPr>
          </a:lstStyle>
          <a:p>
            <a:pPr lvl="0"/>
            <a:r>
              <a:rPr lang="en-US"/>
              <a:t>Heading</a:t>
            </a:r>
          </a:p>
        </p:txBody>
      </p:sp>
      <p:sp>
        <p:nvSpPr>
          <p:cNvPr id="24" name="Text Placeholder 5">
            <a:extLst>
              <a:ext uri="{FF2B5EF4-FFF2-40B4-BE49-F238E27FC236}">
                <a16:creationId xmlns:a16="http://schemas.microsoft.com/office/drawing/2014/main" id="{7F222DF3-0422-4949-841E-250417266D7F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2181224" y="2012769"/>
            <a:ext cx="6735763" cy="950976"/>
          </a:xfrm>
        </p:spPr>
        <p:txBody>
          <a:bodyPr anchor="ctr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5" name="Text Placeholder 5">
            <a:extLst>
              <a:ext uri="{FF2B5EF4-FFF2-40B4-BE49-F238E27FC236}">
                <a16:creationId xmlns:a16="http://schemas.microsoft.com/office/drawing/2014/main" id="{B8EEFACE-CA7F-4616-9D92-57942471D68E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230188" y="3110048"/>
            <a:ext cx="1884362" cy="950976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200" b="1">
                <a:solidFill>
                  <a:schemeClr val="bg1"/>
                </a:solidFill>
              </a:defRPr>
            </a:lvl1pPr>
            <a:lvl2pPr marL="228600" indent="0">
              <a:buNone/>
              <a:defRPr/>
            </a:lvl2pPr>
            <a:lvl3pPr marL="457200" indent="0">
              <a:buNone/>
              <a:defRPr/>
            </a:lvl3pPr>
            <a:lvl4pPr marL="685800" indent="0">
              <a:buNone/>
              <a:defRPr/>
            </a:lvl4pPr>
            <a:lvl5pPr marL="914400" indent="0">
              <a:buNone/>
              <a:defRPr/>
            </a:lvl5pPr>
          </a:lstStyle>
          <a:p>
            <a:pPr lvl="0"/>
            <a:r>
              <a:rPr lang="en-US"/>
              <a:t>Heading</a:t>
            </a:r>
          </a:p>
        </p:txBody>
      </p:sp>
      <p:sp>
        <p:nvSpPr>
          <p:cNvPr id="26" name="Text Placeholder 5">
            <a:extLst>
              <a:ext uri="{FF2B5EF4-FFF2-40B4-BE49-F238E27FC236}">
                <a16:creationId xmlns:a16="http://schemas.microsoft.com/office/drawing/2014/main" id="{CA0C5FEE-27D9-4BD1-A62A-4F893456F58B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2181224" y="3091761"/>
            <a:ext cx="6735763" cy="950976"/>
          </a:xfrm>
        </p:spPr>
        <p:txBody>
          <a:bodyPr anchor="ctr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7" name="Text Placeholder 5">
            <a:extLst>
              <a:ext uri="{FF2B5EF4-FFF2-40B4-BE49-F238E27FC236}">
                <a16:creationId xmlns:a16="http://schemas.microsoft.com/office/drawing/2014/main" id="{EE49AC8F-5E64-4BEF-B556-5C7A521CFB5F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230188" y="4198184"/>
            <a:ext cx="1884362" cy="950976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200" b="1">
                <a:solidFill>
                  <a:schemeClr val="bg1"/>
                </a:solidFill>
              </a:defRPr>
            </a:lvl1pPr>
            <a:lvl2pPr marL="228600" indent="0">
              <a:buNone/>
              <a:defRPr/>
            </a:lvl2pPr>
            <a:lvl3pPr marL="457200" indent="0">
              <a:buNone/>
              <a:defRPr/>
            </a:lvl3pPr>
            <a:lvl4pPr marL="685800" indent="0">
              <a:buNone/>
              <a:defRPr/>
            </a:lvl4pPr>
            <a:lvl5pPr marL="914400" indent="0">
              <a:buNone/>
              <a:defRPr/>
            </a:lvl5pPr>
          </a:lstStyle>
          <a:p>
            <a:pPr lvl="0"/>
            <a:r>
              <a:rPr lang="en-US"/>
              <a:t>Heading</a:t>
            </a:r>
          </a:p>
        </p:txBody>
      </p:sp>
      <p:sp>
        <p:nvSpPr>
          <p:cNvPr id="28" name="Text Placeholder 5">
            <a:extLst>
              <a:ext uri="{FF2B5EF4-FFF2-40B4-BE49-F238E27FC236}">
                <a16:creationId xmlns:a16="http://schemas.microsoft.com/office/drawing/2014/main" id="{798FAF68-D73C-4024-89B6-128512BB057C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2181224" y="4170753"/>
            <a:ext cx="6735763" cy="950976"/>
          </a:xfrm>
        </p:spPr>
        <p:txBody>
          <a:bodyPr anchor="ctr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9" name="Text Placeholder 5">
            <a:extLst>
              <a:ext uri="{FF2B5EF4-FFF2-40B4-BE49-F238E27FC236}">
                <a16:creationId xmlns:a16="http://schemas.microsoft.com/office/drawing/2014/main" id="{4B7350ED-EE7F-4747-8CDA-F907EEF5E6D9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230188" y="5286321"/>
            <a:ext cx="1884362" cy="950976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200" b="1">
                <a:solidFill>
                  <a:schemeClr val="bg1"/>
                </a:solidFill>
              </a:defRPr>
            </a:lvl1pPr>
            <a:lvl2pPr marL="228600" indent="0">
              <a:buNone/>
              <a:defRPr/>
            </a:lvl2pPr>
            <a:lvl3pPr marL="457200" indent="0">
              <a:buNone/>
              <a:defRPr/>
            </a:lvl3pPr>
            <a:lvl4pPr marL="685800" indent="0">
              <a:buNone/>
              <a:defRPr/>
            </a:lvl4pPr>
            <a:lvl5pPr marL="914400" indent="0">
              <a:buNone/>
              <a:defRPr/>
            </a:lvl5pPr>
          </a:lstStyle>
          <a:p>
            <a:pPr lvl="0"/>
            <a:r>
              <a:rPr lang="en-US"/>
              <a:t>Heading</a:t>
            </a:r>
          </a:p>
        </p:txBody>
      </p:sp>
      <p:sp>
        <p:nvSpPr>
          <p:cNvPr id="30" name="Text Placeholder 5">
            <a:extLst>
              <a:ext uri="{FF2B5EF4-FFF2-40B4-BE49-F238E27FC236}">
                <a16:creationId xmlns:a16="http://schemas.microsoft.com/office/drawing/2014/main" id="{1FEC0859-F7F8-4EFC-88CE-BD17567F3DAC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2181224" y="5286321"/>
            <a:ext cx="6735763" cy="950976"/>
          </a:xfrm>
        </p:spPr>
        <p:txBody>
          <a:bodyPr anchor="ctr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31" name="Footer Placeholder 4">
            <a:extLst>
              <a:ext uri="{FF2B5EF4-FFF2-40B4-BE49-F238E27FC236}">
                <a16:creationId xmlns:a16="http://schemas.microsoft.com/office/drawing/2014/main" id="{442C1532-EAB6-4F25-9661-14BAA60600C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32338" y="6545404"/>
            <a:ext cx="8302062" cy="195313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lvl1pPr algn="l">
              <a:defRPr sz="800">
                <a:solidFill>
                  <a:srgbClr val="474749"/>
                </a:solidFill>
                <a:latin typeface="Goldplay Regular"/>
                <a:cs typeface="Arial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32" name="Slide Number Placeholder 5">
            <a:extLst>
              <a:ext uri="{FF2B5EF4-FFF2-40B4-BE49-F238E27FC236}">
                <a16:creationId xmlns:a16="http://schemas.microsoft.com/office/drawing/2014/main" id="{F807A4DB-094B-42BB-99DB-E7158C245C3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53547" y="6545404"/>
            <a:ext cx="261853" cy="195313"/>
          </a:xfrm>
          <a:prstGeom prst="rect">
            <a:avLst/>
          </a:prstGeom>
          <a:ln w="15875">
            <a:noFill/>
          </a:ln>
        </p:spPr>
        <p:txBody>
          <a:bodyPr vert="horz" lIns="0" tIns="0" rIns="0" bIns="0" rtlCol="0" anchor="ctr">
            <a:noAutofit/>
          </a:bodyPr>
          <a:lstStyle>
            <a:lvl1pPr algn="r">
              <a:defRPr sz="800">
                <a:solidFill>
                  <a:srgbClr val="474749"/>
                </a:solidFill>
                <a:latin typeface="Goldplay Regular"/>
                <a:cs typeface="Arial" panose="020B0604020202020204" pitchFamily="34" charset="0"/>
              </a:defRPr>
            </a:lvl1pPr>
          </a:lstStyle>
          <a:p>
            <a:fld id="{E787E26D-2180-4E25-AB0B-12023A6BF6AE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642068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6DEA13-8ABE-433C-8E10-7BF7469EC3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0189" y="231790"/>
            <a:ext cx="7802766" cy="592841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7888592C-6BA3-4BE0-A4FC-C2E85845991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32338" y="6545404"/>
            <a:ext cx="8302062" cy="195313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lvl1pPr algn="l">
              <a:defRPr sz="800">
                <a:solidFill>
                  <a:srgbClr val="474749"/>
                </a:solidFill>
                <a:latin typeface="Goldplay Regular"/>
                <a:cs typeface="Arial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72A3FE7F-57A8-4411-941B-29012D3B0F5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53547" y="6545404"/>
            <a:ext cx="261853" cy="195313"/>
          </a:xfrm>
          <a:prstGeom prst="rect">
            <a:avLst/>
          </a:prstGeom>
          <a:ln w="15875">
            <a:noFill/>
          </a:ln>
        </p:spPr>
        <p:txBody>
          <a:bodyPr vert="horz" lIns="0" tIns="0" rIns="0" bIns="0" rtlCol="0" anchor="ctr">
            <a:noAutofit/>
          </a:bodyPr>
          <a:lstStyle>
            <a:lvl1pPr algn="r">
              <a:defRPr sz="800">
                <a:solidFill>
                  <a:srgbClr val="474749"/>
                </a:solidFill>
                <a:latin typeface="Goldplay Regular"/>
                <a:cs typeface="Arial" panose="020B0604020202020204" pitchFamily="34" charset="0"/>
              </a:defRPr>
            </a:lvl1pPr>
          </a:lstStyle>
          <a:p>
            <a:fld id="{E787E26D-2180-4E25-AB0B-12023A6BF6AE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Text Placeholder 5">
            <a:extLst>
              <a:ext uri="{FF2B5EF4-FFF2-40B4-BE49-F238E27FC236}">
                <a16:creationId xmlns:a16="http://schemas.microsoft.com/office/drawing/2014/main" id="{681F7A8A-81B3-4247-BC73-F16237B88BA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230188" y="933776"/>
            <a:ext cx="8686800" cy="338554"/>
          </a:xfrm>
          <a:solidFill>
            <a:schemeClr val="tx2"/>
          </a:solidFill>
          <a:ln w="6350">
            <a:noFill/>
            <a:miter lim="800000"/>
            <a:headEnd/>
            <a:tailEnd/>
          </a:ln>
          <a:effectLst/>
        </p:spPr>
        <p:txBody>
          <a:bodyPr wrap="square" lIns="91440" tIns="91440" rIns="91440" bIns="91440" anchor="t" anchorCtr="0">
            <a:spAutoFit/>
          </a:bodyPr>
          <a:lstStyle>
            <a:lvl1pPr marL="0" indent="0" algn="l">
              <a:buNone/>
              <a:defRPr lang="en-US" b="1" dirty="0">
                <a:solidFill>
                  <a:schemeClr val="bg1"/>
                </a:solidFill>
              </a:defRPr>
            </a:lvl1pPr>
          </a:lstStyle>
          <a:p>
            <a:pPr marL="0" lvl="0" algn="ctr" defTabSz="457200" eaLnBrk="0" hangingPunct="0"/>
            <a:endParaRPr lang="en-US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DA34083A-CD0D-454B-9FFE-7D179E27A387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230188" y="1243879"/>
            <a:ext cx="8686800" cy="9144"/>
          </a:xfrm>
          <a:solidFill>
            <a:srgbClr val="4F6877"/>
          </a:solidFill>
        </p:spPr>
        <p:txBody>
          <a:bodyPr anchor="ctr"/>
          <a:lstStyle>
            <a:lvl1pPr marL="0" indent="0">
              <a:buNone/>
              <a:defRPr sz="200" b="1"/>
            </a:lvl1pPr>
            <a:lvl2pPr marL="228600" indent="0">
              <a:buNone/>
              <a:defRPr/>
            </a:lvl2pPr>
            <a:lvl3pPr marL="457200" indent="0">
              <a:buNone/>
              <a:defRPr/>
            </a:lvl3pPr>
            <a:lvl4pPr marL="685800" indent="0">
              <a:buNone/>
              <a:defRPr/>
            </a:lvl4pPr>
            <a:lvl5pPr marL="914400" indent="0">
              <a:buNone/>
              <a:defRPr/>
            </a:lvl5pPr>
          </a:lstStyle>
          <a:p>
            <a:pPr lvl="0"/>
            <a:r>
              <a:rPr lang="en-US"/>
              <a:t> </a:t>
            </a:r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FB7C61A6-E554-4F33-A008-FF5F6887717D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482820381"/>
              </p:ext>
            </p:extLst>
          </p:nvPr>
        </p:nvGraphicFramePr>
        <p:xfrm>
          <a:off x="227012" y="1381475"/>
          <a:ext cx="8686800" cy="4721609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737360">
                  <a:extLst>
                    <a:ext uri="{9D8B030D-6E8A-4147-A177-3AD203B41FA5}">
                      <a16:colId xmlns:a16="http://schemas.microsoft.com/office/drawing/2014/main" val="1990543592"/>
                    </a:ext>
                  </a:extLst>
                </a:gridCol>
                <a:gridCol w="1737360">
                  <a:extLst>
                    <a:ext uri="{9D8B030D-6E8A-4147-A177-3AD203B41FA5}">
                      <a16:colId xmlns:a16="http://schemas.microsoft.com/office/drawing/2014/main" val="4137104438"/>
                    </a:ext>
                  </a:extLst>
                </a:gridCol>
                <a:gridCol w="1737360">
                  <a:extLst>
                    <a:ext uri="{9D8B030D-6E8A-4147-A177-3AD203B41FA5}">
                      <a16:colId xmlns:a16="http://schemas.microsoft.com/office/drawing/2014/main" val="818516268"/>
                    </a:ext>
                  </a:extLst>
                </a:gridCol>
                <a:gridCol w="1737360">
                  <a:extLst>
                    <a:ext uri="{9D8B030D-6E8A-4147-A177-3AD203B41FA5}">
                      <a16:colId xmlns:a16="http://schemas.microsoft.com/office/drawing/2014/main" val="2584575152"/>
                    </a:ext>
                  </a:extLst>
                </a:gridCol>
                <a:gridCol w="1737360">
                  <a:extLst>
                    <a:ext uri="{9D8B030D-6E8A-4147-A177-3AD203B41FA5}">
                      <a16:colId xmlns:a16="http://schemas.microsoft.com/office/drawing/2014/main" val="3616001206"/>
                    </a:ext>
                  </a:extLst>
                </a:gridCol>
              </a:tblGrid>
              <a:tr h="337713">
                <a:tc>
                  <a:txBody>
                    <a:bodyPr/>
                    <a:lstStyle/>
                    <a:p>
                      <a:endParaRPr lang="en-US" sz="900" b="1" i="1" u="sng">
                        <a:solidFill>
                          <a:schemeClr val="tx1"/>
                        </a:solidFill>
                      </a:endParaRPr>
                    </a:p>
                  </a:txBody>
                  <a:tcPr marT="41564" marB="41564" anchor="b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900"/>
                        <a:t>XXX</a:t>
                      </a:r>
                    </a:p>
                  </a:txBody>
                  <a:tcPr marT="41564" marB="41564" anchor="ctr"/>
                </a:tc>
                <a:tc>
                  <a:txBody>
                    <a:bodyPr/>
                    <a:lstStyle/>
                    <a:p>
                      <a:pPr algn="ctr"/>
                      <a:endParaRPr lang="en-US" sz="900"/>
                    </a:p>
                  </a:txBody>
                  <a:tcPr marT="41564" marB="41564" anchor="ctr"/>
                </a:tc>
                <a:tc>
                  <a:txBody>
                    <a:bodyPr/>
                    <a:lstStyle/>
                    <a:p>
                      <a:pPr algn="ctr"/>
                      <a:endParaRPr lang="en-US" sz="900"/>
                    </a:p>
                  </a:txBody>
                  <a:tcPr marT="41564" marB="41564" anchor="ctr"/>
                </a:tc>
                <a:tc>
                  <a:txBody>
                    <a:bodyPr/>
                    <a:lstStyle/>
                    <a:p>
                      <a:pPr algn="ctr"/>
                      <a:endParaRPr lang="en-US" sz="900"/>
                    </a:p>
                  </a:txBody>
                  <a:tcPr marT="41564" marB="41564" anchor="ctr"/>
                </a:tc>
                <a:extLst>
                  <a:ext uri="{0D108BD9-81ED-4DB2-BD59-A6C34878D82A}">
                    <a16:rowId xmlns:a16="http://schemas.microsoft.com/office/drawing/2014/main" val="1199492190"/>
                  </a:ext>
                </a:extLst>
              </a:tr>
              <a:tr h="547987">
                <a:tc>
                  <a:txBody>
                    <a:bodyPr/>
                    <a:lstStyle/>
                    <a:p>
                      <a:r>
                        <a:rPr lang="en-US" sz="900"/>
                        <a:t>XXX</a:t>
                      </a:r>
                    </a:p>
                  </a:txBody>
                  <a:tcPr marT="41564" marB="41564" anchor="ctr"/>
                </a:tc>
                <a:tc>
                  <a:txBody>
                    <a:bodyPr/>
                    <a:lstStyle/>
                    <a:p>
                      <a:pPr marL="171450" indent="-171450" algn="l">
                        <a:buFont typeface="Arial" panose="020B0604020202020204" pitchFamily="34" charset="0"/>
                        <a:buChar char="•"/>
                      </a:pPr>
                      <a:r>
                        <a:rPr lang="en-US" sz="900" b="0"/>
                        <a:t>XX</a:t>
                      </a:r>
                    </a:p>
                  </a:txBody>
                  <a:tcPr marT="41564" marB="41564"/>
                </a:tc>
                <a:tc>
                  <a:txBody>
                    <a:bodyPr/>
                    <a:lstStyle/>
                    <a:p>
                      <a:pPr marL="171450" indent="-171450" algn="l">
                        <a:buFont typeface="Arial" panose="020B0604020202020204" pitchFamily="34" charset="0"/>
                        <a:buChar char="•"/>
                      </a:pPr>
                      <a:endParaRPr lang="en-US" sz="900" b="0"/>
                    </a:p>
                  </a:txBody>
                  <a:tcPr marT="41564" marB="41564"/>
                </a:tc>
                <a:tc>
                  <a:txBody>
                    <a:bodyPr/>
                    <a:lstStyle/>
                    <a:p>
                      <a:pPr marL="171450" indent="-171450" algn="l">
                        <a:buFont typeface="Arial" panose="020B0604020202020204" pitchFamily="34" charset="0"/>
                        <a:buChar char="•"/>
                      </a:pPr>
                      <a:endParaRPr lang="en-US" sz="900" b="0"/>
                    </a:p>
                  </a:txBody>
                  <a:tcPr marT="41564" marB="41564"/>
                </a:tc>
                <a:tc>
                  <a:txBody>
                    <a:bodyPr/>
                    <a:lstStyle/>
                    <a:p>
                      <a:pPr marL="171450" indent="-171450" algn="l">
                        <a:buFont typeface="Arial" panose="020B0604020202020204" pitchFamily="34" charset="0"/>
                        <a:buChar char="•"/>
                      </a:pPr>
                      <a:endParaRPr lang="en-US" sz="900" b="0"/>
                    </a:p>
                  </a:txBody>
                  <a:tcPr marT="41564" marB="41564"/>
                </a:tc>
                <a:extLst>
                  <a:ext uri="{0D108BD9-81ED-4DB2-BD59-A6C34878D82A}">
                    <a16:rowId xmlns:a16="http://schemas.microsoft.com/office/drawing/2014/main" val="843800665"/>
                  </a:ext>
                </a:extLst>
              </a:tr>
              <a:tr h="547987">
                <a:tc>
                  <a:txBody>
                    <a:bodyPr/>
                    <a:lstStyle/>
                    <a:p>
                      <a:endParaRPr lang="en-US" sz="900"/>
                    </a:p>
                  </a:txBody>
                  <a:tcPr marT="41564" marB="41564" anchor="ctr"/>
                </a:tc>
                <a:tc>
                  <a:txBody>
                    <a:bodyPr/>
                    <a:lstStyle/>
                    <a:p>
                      <a:pPr marL="171450" indent="-171450" algn="l">
                        <a:buFont typeface="Arial" panose="020B0604020202020204" pitchFamily="34" charset="0"/>
                        <a:buChar char="•"/>
                      </a:pPr>
                      <a:endParaRPr lang="en-US" sz="900" b="0"/>
                    </a:p>
                  </a:txBody>
                  <a:tcPr marT="41564" marB="41564"/>
                </a:tc>
                <a:tc>
                  <a:txBody>
                    <a:bodyPr/>
                    <a:lstStyle/>
                    <a:p>
                      <a:pPr marL="171450" indent="-171450" algn="l">
                        <a:buFont typeface="Arial" panose="020B0604020202020204" pitchFamily="34" charset="0"/>
                        <a:buChar char="•"/>
                      </a:pPr>
                      <a:endParaRPr lang="en-US" sz="900" b="0"/>
                    </a:p>
                  </a:txBody>
                  <a:tcPr marT="41564" marB="41564"/>
                </a:tc>
                <a:tc>
                  <a:txBody>
                    <a:bodyPr/>
                    <a:lstStyle/>
                    <a:p>
                      <a:pPr marL="171450" indent="-171450" algn="l">
                        <a:buFont typeface="Arial" panose="020B0604020202020204" pitchFamily="34" charset="0"/>
                        <a:buChar char="•"/>
                      </a:pPr>
                      <a:endParaRPr lang="en-US" sz="900" b="0"/>
                    </a:p>
                  </a:txBody>
                  <a:tcPr marT="41564" marB="41564"/>
                </a:tc>
                <a:tc>
                  <a:txBody>
                    <a:bodyPr/>
                    <a:lstStyle/>
                    <a:p>
                      <a:pPr marL="171450" indent="-171450" algn="l">
                        <a:buFont typeface="Arial" panose="020B0604020202020204" pitchFamily="34" charset="0"/>
                        <a:buChar char="•"/>
                      </a:pPr>
                      <a:endParaRPr lang="en-US" sz="900" b="0"/>
                    </a:p>
                  </a:txBody>
                  <a:tcPr marT="41564" marB="41564"/>
                </a:tc>
                <a:extLst>
                  <a:ext uri="{0D108BD9-81ED-4DB2-BD59-A6C34878D82A}">
                    <a16:rowId xmlns:a16="http://schemas.microsoft.com/office/drawing/2014/main" val="1838366385"/>
                  </a:ext>
                </a:extLst>
              </a:tr>
              <a:tr h="547987">
                <a:tc>
                  <a:txBody>
                    <a:bodyPr/>
                    <a:lstStyle/>
                    <a:p>
                      <a:endParaRPr lang="en-US" sz="900"/>
                    </a:p>
                  </a:txBody>
                  <a:tcPr marT="41564" marB="41564" anchor="ctr"/>
                </a:tc>
                <a:tc>
                  <a:txBody>
                    <a:bodyPr/>
                    <a:lstStyle/>
                    <a:p>
                      <a:pPr marL="171450" indent="-171450" algn="l">
                        <a:buFont typeface="Arial" panose="020B0604020202020204" pitchFamily="34" charset="0"/>
                        <a:buChar char="•"/>
                      </a:pPr>
                      <a:endParaRPr lang="en-US" sz="900" b="0"/>
                    </a:p>
                  </a:txBody>
                  <a:tcPr marT="41564" marB="41564"/>
                </a:tc>
                <a:tc>
                  <a:txBody>
                    <a:bodyPr/>
                    <a:lstStyle/>
                    <a:p>
                      <a:pPr marL="171450" indent="-171450" algn="l">
                        <a:buFont typeface="Arial" panose="020B0604020202020204" pitchFamily="34" charset="0"/>
                        <a:buChar char="•"/>
                      </a:pPr>
                      <a:endParaRPr lang="en-US" sz="900" b="0"/>
                    </a:p>
                  </a:txBody>
                  <a:tcPr marT="41564" marB="41564"/>
                </a:tc>
                <a:tc>
                  <a:txBody>
                    <a:bodyPr/>
                    <a:lstStyle/>
                    <a:p>
                      <a:pPr marL="171450" indent="-171450" algn="l">
                        <a:buFont typeface="Arial" panose="020B0604020202020204" pitchFamily="34" charset="0"/>
                        <a:buChar char="•"/>
                      </a:pPr>
                      <a:endParaRPr lang="en-US" sz="900" b="0"/>
                    </a:p>
                  </a:txBody>
                  <a:tcPr marT="41564" marB="41564"/>
                </a:tc>
                <a:tc>
                  <a:txBody>
                    <a:bodyPr/>
                    <a:lstStyle/>
                    <a:p>
                      <a:pPr marL="171450" indent="-171450" algn="l">
                        <a:buFont typeface="Arial" panose="020B0604020202020204" pitchFamily="34" charset="0"/>
                        <a:buChar char="•"/>
                      </a:pPr>
                      <a:endParaRPr lang="en-US" sz="900" b="0"/>
                    </a:p>
                  </a:txBody>
                  <a:tcPr marT="41564" marB="41564"/>
                </a:tc>
                <a:extLst>
                  <a:ext uri="{0D108BD9-81ED-4DB2-BD59-A6C34878D82A}">
                    <a16:rowId xmlns:a16="http://schemas.microsoft.com/office/drawing/2014/main" val="2519460822"/>
                  </a:ext>
                </a:extLst>
              </a:tr>
              <a:tr h="547987">
                <a:tc>
                  <a:txBody>
                    <a:bodyPr/>
                    <a:lstStyle/>
                    <a:p>
                      <a:endParaRPr lang="en-US" sz="900"/>
                    </a:p>
                  </a:txBody>
                  <a:tcPr marT="41564" marB="41564" anchor="ctr"/>
                </a:tc>
                <a:tc>
                  <a:txBody>
                    <a:bodyPr/>
                    <a:lstStyle/>
                    <a:p>
                      <a:pPr marL="171450" indent="-171450" algn="l">
                        <a:buFont typeface="Arial" panose="020B0604020202020204" pitchFamily="34" charset="0"/>
                        <a:buChar char="•"/>
                      </a:pPr>
                      <a:endParaRPr lang="en-US" sz="900" b="0"/>
                    </a:p>
                  </a:txBody>
                  <a:tcPr marT="41564" marB="41564"/>
                </a:tc>
                <a:tc>
                  <a:txBody>
                    <a:bodyPr/>
                    <a:lstStyle/>
                    <a:p>
                      <a:pPr marL="171450" indent="-171450" algn="l">
                        <a:buFont typeface="Arial" panose="020B0604020202020204" pitchFamily="34" charset="0"/>
                        <a:buChar char="•"/>
                      </a:pPr>
                      <a:endParaRPr lang="en-US" sz="900" b="0"/>
                    </a:p>
                  </a:txBody>
                  <a:tcPr marT="41564" marB="41564"/>
                </a:tc>
                <a:tc>
                  <a:txBody>
                    <a:bodyPr/>
                    <a:lstStyle/>
                    <a:p>
                      <a:pPr marL="171450" indent="-171450" algn="l">
                        <a:buFont typeface="Arial" panose="020B0604020202020204" pitchFamily="34" charset="0"/>
                        <a:buChar char="•"/>
                      </a:pPr>
                      <a:endParaRPr lang="en-US" sz="900" b="0"/>
                    </a:p>
                  </a:txBody>
                  <a:tcPr marT="41564" marB="41564"/>
                </a:tc>
                <a:tc>
                  <a:txBody>
                    <a:bodyPr/>
                    <a:lstStyle/>
                    <a:p>
                      <a:pPr marL="171450" indent="-171450" algn="l">
                        <a:buFont typeface="Arial" panose="020B0604020202020204" pitchFamily="34" charset="0"/>
                        <a:buChar char="•"/>
                      </a:pPr>
                      <a:endParaRPr lang="en-US" sz="900" b="0"/>
                    </a:p>
                  </a:txBody>
                  <a:tcPr marT="41564" marB="41564"/>
                </a:tc>
                <a:extLst>
                  <a:ext uri="{0D108BD9-81ED-4DB2-BD59-A6C34878D82A}">
                    <a16:rowId xmlns:a16="http://schemas.microsoft.com/office/drawing/2014/main" val="1070217858"/>
                  </a:ext>
                </a:extLst>
              </a:tr>
              <a:tr h="547987">
                <a:tc>
                  <a:txBody>
                    <a:bodyPr/>
                    <a:lstStyle/>
                    <a:p>
                      <a:endParaRPr lang="en-US" sz="900"/>
                    </a:p>
                  </a:txBody>
                  <a:tcPr marT="41564" marB="41564" anchor="ctr"/>
                </a:tc>
                <a:tc>
                  <a:txBody>
                    <a:bodyPr/>
                    <a:lstStyle/>
                    <a:p>
                      <a:pPr marL="171450" indent="-171450" algn="l">
                        <a:buFont typeface="Arial" panose="020B0604020202020204" pitchFamily="34" charset="0"/>
                        <a:buChar char="•"/>
                      </a:pPr>
                      <a:endParaRPr lang="en-US" sz="900" b="0"/>
                    </a:p>
                  </a:txBody>
                  <a:tcPr marT="41564" marB="41564"/>
                </a:tc>
                <a:tc>
                  <a:txBody>
                    <a:bodyPr/>
                    <a:lstStyle/>
                    <a:p>
                      <a:pPr marL="171450" indent="-171450" algn="l">
                        <a:buFont typeface="Arial" panose="020B0604020202020204" pitchFamily="34" charset="0"/>
                        <a:buChar char="•"/>
                      </a:pPr>
                      <a:endParaRPr lang="en-US" sz="900" b="0"/>
                    </a:p>
                  </a:txBody>
                  <a:tcPr marT="41564" marB="41564"/>
                </a:tc>
                <a:tc>
                  <a:txBody>
                    <a:bodyPr/>
                    <a:lstStyle/>
                    <a:p>
                      <a:pPr marL="171450" indent="-171450" algn="l">
                        <a:buFont typeface="Arial" panose="020B0604020202020204" pitchFamily="34" charset="0"/>
                        <a:buChar char="•"/>
                      </a:pPr>
                      <a:endParaRPr lang="en-US" sz="900" b="0"/>
                    </a:p>
                  </a:txBody>
                  <a:tcPr marT="41564" marB="41564"/>
                </a:tc>
                <a:tc>
                  <a:txBody>
                    <a:bodyPr/>
                    <a:lstStyle/>
                    <a:p>
                      <a:pPr marL="171450" indent="-171450" algn="l">
                        <a:buFont typeface="Arial" panose="020B0604020202020204" pitchFamily="34" charset="0"/>
                        <a:buChar char="•"/>
                      </a:pPr>
                      <a:endParaRPr lang="en-US" sz="900" b="0"/>
                    </a:p>
                  </a:txBody>
                  <a:tcPr marT="41564" marB="41564"/>
                </a:tc>
                <a:extLst>
                  <a:ext uri="{0D108BD9-81ED-4DB2-BD59-A6C34878D82A}">
                    <a16:rowId xmlns:a16="http://schemas.microsoft.com/office/drawing/2014/main" val="147058788"/>
                  </a:ext>
                </a:extLst>
              </a:tr>
              <a:tr h="547987">
                <a:tc>
                  <a:txBody>
                    <a:bodyPr/>
                    <a:lstStyle/>
                    <a:p>
                      <a:endParaRPr lang="en-US" sz="900"/>
                    </a:p>
                  </a:txBody>
                  <a:tcPr marT="41564" marB="41564" anchor="ctr"/>
                </a:tc>
                <a:tc>
                  <a:txBody>
                    <a:bodyPr/>
                    <a:lstStyle/>
                    <a:p>
                      <a:pPr marL="171450" indent="-171450" algn="l">
                        <a:buFont typeface="Arial" panose="020B0604020202020204" pitchFamily="34" charset="0"/>
                        <a:buChar char="•"/>
                      </a:pPr>
                      <a:endParaRPr lang="en-US" sz="900" b="0"/>
                    </a:p>
                  </a:txBody>
                  <a:tcPr marT="41564" marB="41564"/>
                </a:tc>
                <a:tc>
                  <a:txBody>
                    <a:bodyPr/>
                    <a:lstStyle/>
                    <a:p>
                      <a:pPr marL="171450" indent="-171450" algn="l">
                        <a:buFont typeface="Arial" panose="020B0604020202020204" pitchFamily="34" charset="0"/>
                        <a:buChar char="•"/>
                      </a:pPr>
                      <a:endParaRPr lang="en-US" sz="900" b="0"/>
                    </a:p>
                  </a:txBody>
                  <a:tcPr marT="41564" marB="41564"/>
                </a:tc>
                <a:tc>
                  <a:txBody>
                    <a:bodyPr/>
                    <a:lstStyle/>
                    <a:p>
                      <a:pPr marL="171450" indent="-171450" algn="l">
                        <a:buFont typeface="Arial" panose="020B0604020202020204" pitchFamily="34" charset="0"/>
                        <a:buChar char="•"/>
                      </a:pPr>
                      <a:endParaRPr lang="en-US" sz="900" b="0"/>
                    </a:p>
                  </a:txBody>
                  <a:tcPr marT="41564" marB="41564"/>
                </a:tc>
                <a:tc>
                  <a:txBody>
                    <a:bodyPr/>
                    <a:lstStyle/>
                    <a:p>
                      <a:pPr marL="171450" indent="-171450" algn="l">
                        <a:buFont typeface="Arial" panose="020B0604020202020204" pitchFamily="34" charset="0"/>
                        <a:buChar char="•"/>
                      </a:pPr>
                      <a:endParaRPr lang="en-US" sz="900" b="0"/>
                    </a:p>
                  </a:txBody>
                  <a:tcPr marT="41564" marB="41564"/>
                </a:tc>
                <a:extLst>
                  <a:ext uri="{0D108BD9-81ED-4DB2-BD59-A6C34878D82A}">
                    <a16:rowId xmlns:a16="http://schemas.microsoft.com/office/drawing/2014/main" val="2205675960"/>
                  </a:ext>
                </a:extLst>
              </a:tr>
              <a:tr h="547987">
                <a:tc>
                  <a:txBody>
                    <a:bodyPr/>
                    <a:lstStyle/>
                    <a:p>
                      <a:endParaRPr lang="en-US" sz="900"/>
                    </a:p>
                  </a:txBody>
                  <a:tcPr marT="41564" marB="41564" anchor="ctr"/>
                </a:tc>
                <a:tc>
                  <a:txBody>
                    <a:bodyPr/>
                    <a:lstStyle/>
                    <a:p>
                      <a:pPr marL="171450" indent="-171450" algn="l">
                        <a:buFont typeface="Arial" panose="020B0604020202020204" pitchFamily="34" charset="0"/>
                        <a:buChar char="•"/>
                      </a:pPr>
                      <a:endParaRPr lang="en-US" sz="900" b="0"/>
                    </a:p>
                  </a:txBody>
                  <a:tcPr marT="41564" marB="41564"/>
                </a:tc>
                <a:tc>
                  <a:txBody>
                    <a:bodyPr/>
                    <a:lstStyle/>
                    <a:p>
                      <a:pPr marL="171450" indent="-171450" algn="l">
                        <a:buFont typeface="Arial" panose="020B0604020202020204" pitchFamily="34" charset="0"/>
                        <a:buChar char="•"/>
                      </a:pPr>
                      <a:endParaRPr lang="en-US" sz="900" b="0"/>
                    </a:p>
                  </a:txBody>
                  <a:tcPr marT="41564" marB="41564"/>
                </a:tc>
                <a:tc>
                  <a:txBody>
                    <a:bodyPr/>
                    <a:lstStyle/>
                    <a:p>
                      <a:pPr marL="171450" indent="-171450" algn="l">
                        <a:buFont typeface="Arial" panose="020B0604020202020204" pitchFamily="34" charset="0"/>
                        <a:buChar char="•"/>
                      </a:pPr>
                      <a:endParaRPr lang="en-US" sz="900" b="0"/>
                    </a:p>
                  </a:txBody>
                  <a:tcPr marT="41564" marB="41564"/>
                </a:tc>
                <a:tc>
                  <a:txBody>
                    <a:bodyPr/>
                    <a:lstStyle/>
                    <a:p>
                      <a:pPr marL="171450" indent="-171450" algn="l">
                        <a:buFont typeface="Arial" panose="020B0604020202020204" pitchFamily="34" charset="0"/>
                        <a:buChar char="•"/>
                      </a:pPr>
                      <a:endParaRPr lang="en-US" sz="900" b="0"/>
                    </a:p>
                  </a:txBody>
                  <a:tcPr marT="41564" marB="41564"/>
                </a:tc>
                <a:extLst>
                  <a:ext uri="{0D108BD9-81ED-4DB2-BD59-A6C34878D82A}">
                    <a16:rowId xmlns:a16="http://schemas.microsoft.com/office/drawing/2014/main" val="1053297265"/>
                  </a:ext>
                </a:extLst>
              </a:tr>
              <a:tr h="547987">
                <a:tc>
                  <a:txBody>
                    <a:bodyPr/>
                    <a:lstStyle/>
                    <a:p>
                      <a:endParaRPr lang="en-US" sz="900"/>
                    </a:p>
                  </a:txBody>
                  <a:tcPr marT="41564" marB="41564" anchor="ctr"/>
                </a:tc>
                <a:tc>
                  <a:txBody>
                    <a:bodyPr/>
                    <a:lstStyle/>
                    <a:p>
                      <a:pPr marL="171450" indent="-171450" algn="l">
                        <a:buFont typeface="Arial" panose="020B0604020202020204" pitchFamily="34" charset="0"/>
                        <a:buChar char="•"/>
                      </a:pPr>
                      <a:endParaRPr lang="en-US" sz="900" b="0"/>
                    </a:p>
                  </a:txBody>
                  <a:tcPr marT="41564" marB="41564"/>
                </a:tc>
                <a:tc>
                  <a:txBody>
                    <a:bodyPr/>
                    <a:lstStyle/>
                    <a:p>
                      <a:pPr marL="171450" indent="-171450" algn="l">
                        <a:buFont typeface="Arial" panose="020B0604020202020204" pitchFamily="34" charset="0"/>
                        <a:buChar char="•"/>
                      </a:pPr>
                      <a:endParaRPr lang="en-US" sz="900" b="0"/>
                    </a:p>
                  </a:txBody>
                  <a:tcPr marT="41564" marB="41564"/>
                </a:tc>
                <a:tc>
                  <a:txBody>
                    <a:bodyPr/>
                    <a:lstStyle/>
                    <a:p>
                      <a:pPr marL="171450" indent="-171450" algn="l">
                        <a:buFont typeface="Arial" panose="020B0604020202020204" pitchFamily="34" charset="0"/>
                        <a:buChar char="•"/>
                      </a:pPr>
                      <a:endParaRPr lang="en-US" sz="900" b="0"/>
                    </a:p>
                  </a:txBody>
                  <a:tcPr marT="41564" marB="41564"/>
                </a:tc>
                <a:tc>
                  <a:txBody>
                    <a:bodyPr/>
                    <a:lstStyle/>
                    <a:p>
                      <a:pPr marL="171450" indent="-171450" algn="l">
                        <a:buFont typeface="Arial" panose="020B0604020202020204" pitchFamily="34" charset="0"/>
                        <a:buChar char="•"/>
                      </a:pPr>
                      <a:endParaRPr lang="en-US" sz="900" b="0"/>
                    </a:p>
                  </a:txBody>
                  <a:tcPr marT="41564" marB="41564"/>
                </a:tc>
                <a:extLst>
                  <a:ext uri="{0D108BD9-81ED-4DB2-BD59-A6C34878D82A}">
                    <a16:rowId xmlns:a16="http://schemas.microsoft.com/office/drawing/2014/main" val="315778203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1645945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0FEAA2-7C2D-4F4A-8294-E1A4BCCF2D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B438DB5-FDD5-4A6F-A554-37DE89DFB13D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0E0CAA0-44E8-4C11-8BB8-98A1BE684415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787E26D-2180-4E25-AB0B-12023A6BF6AE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3F7DD81-04EE-4140-B1DD-244341C9103F}"/>
              </a:ext>
            </a:extLst>
          </p:cNvPr>
          <p:cNvSpPr/>
          <p:nvPr userDrawn="1"/>
        </p:nvSpPr>
        <p:spPr>
          <a:xfrm>
            <a:off x="230188" y="1394121"/>
            <a:ext cx="4297680" cy="292608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 b="1">
                <a:latin typeface="Goldplay Regular"/>
              </a:rPr>
              <a:t>KPI #1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165671C-EF2D-48E1-9C10-6061872F7681}"/>
              </a:ext>
            </a:extLst>
          </p:cNvPr>
          <p:cNvSpPr/>
          <p:nvPr userDrawn="1"/>
        </p:nvSpPr>
        <p:spPr>
          <a:xfrm>
            <a:off x="4617720" y="1394121"/>
            <a:ext cx="4297680" cy="292608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 b="1">
                <a:latin typeface="Goldplay Regular"/>
              </a:rPr>
              <a:t>KPI #2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BE60CAB-5D69-4394-8EF4-A7C579F7EC70}"/>
              </a:ext>
            </a:extLst>
          </p:cNvPr>
          <p:cNvSpPr/>
          <p:nvPr userDrawn="1"/>
        </p:nvSpPr>
        <p:spPr>
          <a:xfrm>
            <a:off x="230188" y="3941126"/>
            <a:ext cx="4297680" cy="292608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 b="1">
                <a:latin typeface="Goldplay Regular"/>
              </a:rPr>
              <a:t>KPI #3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03C5C10-37F4-4F0F-8667-9F260861E729}"/>
              </a:ext>
            </a:extLst>
          </p:cNvPr>
          <p:cNvSpPr/>
          <p:nvPr userDrawn="1"/>
        </p:nvSpPr>
        <p:spPr>
          <a:xfrm>
            <a:off x="4617720" y="3941126"/>
            <a:ext cx="4297680" cy="292608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 b="1">
                <a:latin typeface="Goldplay Regular"/>
              </a:rPr>
              <a:t>KPI #4</a:t>
            </a: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4920B192-2585-4B1B-88F4-6BDD93281153}"/>
              </a:ext>
            </a:extLst>
          </p:cNvPr>
          <p:cNvSpPr txBox="1">
            <a:spLocks/>
          </p:cNvSpPr>
          <p:nvPr userDrawn="1"/>
        </p:nvSpPr>
        <p:spPr>
          <a:xfrm>
            <a:off x="230189" y="886976"/>
            <a:ext cx="7802766" cy="368107"/>
          </a:xfrm>
          <a:prstGeom prst="rect">
            <a:avLst/>
          </a:prstGeom>
          <a:noFill/>
        </p:spPr>
        <p:txBody>
          <a:bodyPr vert="horz" lIns="0" tIns="0" rIns="0" bIns="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1800" b="1" kern="1200">
                <a:solidFill>
                  <a:srgbClr val="49A698"/>
                </a:solidFill>
                <a:latin typeface="Goldplay Regular"/>
                <a:ea typeface="+mj-ea"/>
                <a:cs typeface="Arial" panose="020B0604020202020204" pitchFamily="34" charset="0"/>
              </a:defRPr>
            </a:lvl1pPr>
          </a:lstStyle>
          <a:p>
            <a:r>
              <a:rPr lang="en-US" sz="1400" b="0" i="1">
                <a:solidFill>
                  <a:schemeClr val="tx1"/>
                </a:solidFill>
              </a:rPr>
              <a:t>Key takeaway from KPIs</a:t>
            </a:r>
          </a:p>
        </p:txBody>
      </p:sp>
    </p:spTree>
    <p:extLst>
      <p:ext uri="{BB962C8B-B14F-4D97-AF65-F5344CB8AC3E}">
        <p14:creationId xmlns:p14="http://schemas.microsoft.com/office/powerpoint/2010/main" val="346979858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C15529-855E-4776-B225-0037F16E0F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FA76CF8-B55E-40B2-A56C-F35E24DB128E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BF4E14E-E913-4235-BD46-393EDB8CDEB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787E26D-2180-4E25-AB0B-12023A6BF6AE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6122D8C-932B-45A7-B094-32C665876DE7}"/>
              </a:ext>
            </a:extLst>
          </p:cNvPr>
          <p:cNvSpPr/>
          <p:nvPr userDrawn="1"/>
        </p:nvSpPr>
        <p:spPr>
          <a:xfrm>
            <a:off x="228600" y="960120"/>
            <a:ext cx="8686800" cy="292608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>
                <a:latin typeface="Goldplay Regular"/>
              </a:rPr>
              <a:t>Highlights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69970E6-AC25-43BE-BC64-CA17E18DE217}"/>
              </a:ext>
            </a:extLst>
          </p:cNvPr>
          <p:cNvSpPr/>
          <p:nvPr userDrawn="1"/>
        </p:nvSpPr>
        <p:spPr>
          <a:xfrm>
            <a:off x="228600" y="2810370"/>
            <a:ext cx="8686800" cy="292608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>
                <a:latin typeface="Goldplay Regular"/>
              </a:rPr>
              <a:t>Lowlights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8D97245-BFB9-4B64-82B7-31796AE30F43}"/>
              </a:ext>
            </a:extLst>
          </p:cNvPr>
          <p:cNvSpPr/>
          <p:nvPr userDrawn="1"/>
        </p:nvSpPr>
        <p:spPr>
          <a:xfrm>
            <a:off x="228600" y="4660620"/>
            <a:ext cx="8686800" cy="292608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>
                <a:latin typeface="Goldplay Regular"/>
              </a:rPr>
              <a:t>Key Initiatives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6740F60-894D-4E24-9812-B1E732525A3E}"/>
              </a:ext>
            </a:extLst>
          </p:cNvPr>
          <p:cNvSpPr/>
          <p:nvPr userDrawn="1"/>
        </p:nvSpPr>
        <p:spPr>
          <a:xfrm>
            <a:off x="228600" y="4965419"/>
            <a:ext cx="8686800" cy="13716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171450" indent="-1714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200">
                <a:solidFill>
                  <a:schemeClr val="tx1"/>
                </a:solidFill>
                <a:latin typeface="Goldplay Regular"/>
              </a:rPr>
              <a:t>[xx]</a:t>
            </a:r>
          </a:p>
          <a:p>
            <a:pPr marL="171450" indent="-1714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200">
                <a:solidFill>
                  <a:schemeClr val="tx1"/>
                </a:solidFill>
                <a:latin typeface="Goldplay Regular"/>
              </a:rPr>
              <a:t>[xx]</a:t>
            </a:r>
          </a:p>
          <a:p>
            <a:pPr marL="171450" indent="-1714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200">
                <a:solidFill>
                  <a:schemeClr val="tx1"/>
                </a:solidFill>
                <a:latin typeface="Goldplay Regular"/>
              </a:rPr>
              <a:t>[xx]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F2C43F6-DEF2-432D-851B-E027F9CD4FD8}"/>
              </a:ext>
            </a:extLst>
          </p:cNvPr>
          <p:cNvSpPr/>
          <p:nvPr userDrawn="1"/>
        </p:nvSpPr>
        <p:spPr>
          <a:xfrm>
            <a:off x="228600" y="1264922"/>
            <a:ext cx="8686800" cy="13716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171450" indent="-1714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200">
                <a:solidFill>
                  <a:schemeClr val="tx1"/>
                </a:solidFill>
                <a:latin typeface="Goldplay Regular"/>
              </a:rPr>
              <a:t>[xx]</a:t>
            </a:r>
          </a:p>
          <a:p>
            <a:pPr marL="171450" indent="-1714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200">
                <a:solidFill>
                  <a:schemeClr val="tx1"/>
                </a:solidFill>
                <a:latin typeface="Goldplay Regular"/>
              </a:rPr>
              <a:t>[xx]</a:t>
            </a:r>
          </a:p>
          <a:p>
            <a:pPr marL="171450" indent="-1714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200">
                <a:solidFill>
                  <a:schemeClr val="tx1"/>
                </a:solidFill>
                <a:latin typeface="Goldplay Regular"/>
              </a:rPr>
              <a:t>[xx]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CD6E1A5-41DF-4333-B678-4D40E1A58244}"/>
              </a:ext>
            </a:extLst>
          </p:cNvPr>
          <p:cNvSpPr/>
          <p:nvPr userDrawn="1"/>
        </p:nvSpPr>
        <p:spPr>
          <a:xfrm>
            <a:off x="228600" y="3115170"/>
            <a:ext cx="8686800" cy="13716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171450" indent="-1714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200">
                <a:solidFill>
                  <a:schemeClr val="tx1"/>
                </a:solidFill>
                <a:latin typeface="Goldplay Regular"/>
              </a:rPr>
              <a:t>[xx]</a:t>
            </a:r>
          </a:p>
          <a:p>
            <a:pPr marL="171450" indent="-1714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200">
                <a:solidFill>
                  <a:schemeClr val="tx1"/>
                </a:solidFill>
                <a:latin typeface="Goldplay Regular"/>
              </a:rPr>
              <a:t>[xx]</a:t>
            </a:r>
          </a:p>
          <a:p>
            <a:pPr marL="171450" indent="-1714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200">
                <a:solidFill>
                  <a:schemeClr val="tx1"/>
                </a:solidFill>
                <a:latin typeface="Goldplay Regular"/>
              </a:rPr>
              <a:t>[xx]</a:t>
            </a:r>
          </a:p>
        </p:txBody>
      </p:sp>
    </p:spTree>
    <p:extLst>
      <p:ext uri="{BB962C8B-B14F-4D97-AF65-F5344CB8AC3E}">
        <p14:creationId xmlns:p14="http://schemas.microsoft.com/office/powerpoint/2010/main" val="104164254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theme" Target="../theme/theme1.xml"/><Relationship Id="rId16" Type="http://schemas.openxmlformats.org/officeDocument/2006/relationships/tags" Target="../tags/tag2.xml"/><Relationship Id="rId17" Type="http://schemas.openxmlformats.org/officeDocument/2006/relationships/tags" Target="../tags/tag3.xml"/><Relationship Id="rId18" Type="http://schemas.openxmlformats.org/officeDocument/2006/relationships/oleObject" Target="../embeddings/oleObject1.bin"/><Relationship Id="rId19" Type="http://schemas.openxmlformats.org/officeDocument/2006/relationships/image" Target="../media/image1.emf"/><Relationship Id="rId20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" name="Object 8" hidden="1">
            <a:extLst>
              <a:ext uri="{FF2B5EF4-FFF2-40B4-BE49-F238E27FC236}">
                <a16:creationId xmlns:a16="http://schemas.microsoft.com/office/drawing/2014/main" id="{5EDB4B19-5E6C-4AB6-87E3-A18F5F39CF97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6"/>
            </p:custDataLst>
            <p:extLst>
              <p:ext uri="{D42A27DB-BD31-4B8C-83A1-F6EECF244321}">
                <p14:modId xmlns:p14="http://schemas.microsoft.com/office/powerpoint/2010/main" val="3212851005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18" imgW="592" imgH="594" progId="TCLayout.ActiveDocument.1">
                  <p:embed/>
                </p:oleObj>
              </mc:Choice>
              <mc:Fallback>
                <p:oleObj name="think-cell Slide" r:id="rId18" imgW="592" imgH="594" progId="TCLayout.ActiveDocument.1">
                  <p:embed/>
                  <p:pic>
                    <p:nvPicPr>
                      <p:cNvPr id="9" name="Object 8" hidden="1">
                        <a:extLst>
                          <a:ext uri="{FF2B5EF4-FFF2-40B4-BE49-F238E27FC236}">
                            <a16:creationId xmlns:a16="http://schemas.microsoft.com/office/drawing/2014/main" id="{5EDB4B19-5E6C-4AB6-87E3-A18F5F39CF97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9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7" name="Rectangle 6" hidden="1">
            <a:extLst>
              <a:ext uri="{FF2B5EF4-FFF2-40B4-BE49-F238E27FC236}">
                <a16:creationId xmlns:a16="http://schemas.microsoft.com/office/drawing/2014/main" id="{472D6A8A-0175-4F9B-9A09-73184B1E9421}"/>
              </a:ext>
            </a:extLst>
          </p:cNvPr>
          <p:cNvSpPr/>
          <p:nvPr userDrawn="1">
            <p:custDataLst>
              <p:tags r:id="rId17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0" tIns="0" rIns="0" bIns="0" numCol="1" spcCol="0" rtlCol="0" anchor="ctr" anchorCtr="0">
            <a:noAutofit/>
          </a:bodyPr>
          <a:lstStyle/>
          <a:p>
            <a:pPr marL="0" lvl="0" indent="0" algn="ctr" eaLnBrk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1800" b="1" i="0" baseline="0">
              <a:latin typeface="Goldplay Regular"/>
              <a:ea typeface="+mj-ea"/>
              <a:cs typeface="Arial" panose="020B0604020202020204" pitchFamily="34" charset="0"/>
              <a:sym typeface="Goldplay Regular"/>
            </a:endParaRP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28600" y="933777"/>
            <a:ext cx="8686800" cy="5502473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32338" y="6545404"/>
            <a:ext cx="8302062" cy="195313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lvl1pPr algn="l">
              <a:defRPr sz="800">
                <a:solidFill>
                  <a:srgbClr val="474749"/>
                </a:solidFill>
                <a:latin typeface="Goldplay Regular"/>
                <a:cs typeface="Arial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53547" y="6545404"/>
            <a:ext cx="261853" cy="195313"/>
          </a:xfrm>
          <a:prstGeom prst="rect">
            <a:avLst/>
          </a:prstGeom>
          <a:ln w="15875">
            <a:noFill/>
          </a:ln>
        </p:spPr>
        <p:txBody>
          <a:bodyPr vert="horz" lIns="0" tIns="0" rIns="0" bIns="0" rtlCol="0" anchor="ctr">
            <a:noAutofit/>
          </a:bodyPr>
          <a:lstStyle>
            <a:lvl1pPr algn="r">
              <a:defRPr sz="800">
                <a:solidFill>
                  <a:srgbClr val="474749"/>
                </a:solidFill>
                <a:latin typeface="Goldplay Regular"/>
                <a:cs typeface="Arial" panose="020B0604020202020204" pitchFamily="34" charset="0"/>
              </a:defRPr>
            </a:lvl1pPr>
          </a:lstStyle>
          <a:p>
            <a:fld id="{E787E26D-2180-4E25-AB0B-12023A6BF6AE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30189" y="231790"/>
            <a:ext cx="7802766" cy="592841"/>
          </a:xfrm>
          <a:prstGeom prst="rect">
            <a:avLst/>
          </a:prstGeom>
          <a:noFill/>
        </p:spPr>
        <p:txBody>
          <a:bodyPr vert="horz" lIns="0" tIns="0" rIns="0" bIns="0" rtlCol="0" anchor="ctr"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08BBED0D-7DC6-4131-A8B5-F0750DB092B0}"/>
              </a:ext>
            </a:extLst>
          </p:cNvPr>
          <p:cNvCxnSpPr/>
          <p:nvPr userDrawn="1"/>
        </p:nvCxnSpPr>
        <p:spPr>
          <a:xfrm>
            <a:off x="228600" y="879204"/>
            <a:ext cx="8686800" cy="0"/>
          </a:xfrm>
          <a:prstGeom prst="line">
            <a:avLst/>
          </a:prstGeom>
          <a:ln w="19050" cmpd="sng">
            <a:solidFill>
              <a:srgbClr val="49A69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A916312E-64A6-48ED-850B-DE690359E262}"/>
              </a:ext>
            </a:extLst>
          </p:cNvPr>
          <p:cNvCxnSpPr/>
          <p:nvPr userDrawn="1"/>
        </p:nvCxnSpPr>
        <p:spPr>
          <a:xfrm>
            <a:off x="228600" y="6490830"/>
            <a:ext cx="8686800" cy="0"/>
          </a:xfrm>
          <a:prstGeom prst="line">
            <a:avLst/>
          </a:prstGeom>
          <a:ln w="9525" cmpd="sng">
            <a:solidFill>
              <a:srgbClr val="4F6877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" name="synergy-logo.png" descr="synergy-logo.png">
            <a:extLst>
              <a:ext uri="{FF2B5EF4-FFF2-40B4-BE49-F238E27FC236}">
                <a16:creationId xmlns:a16="http://schemas.microsoft.com/office/drawing/2014/main" id="{71123EAD-7533-425D-80D7-91E568685137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0"/>
          <a:srcRect l="34234" t="5397" r="33675" b="48894"/>
          <a:stretch/>
        </p:blipFill>
        <p:spPr>
          <a:xfrm>
            <a:off x="8122920" y="117283"/>
            <a:ext cx="822960" cy="659359"/>
          </a:xfrm>
          <a:prstGeom prst="rect">
            <a:avLst/>
          </a:prstGeom>
          <a:ln w="12700">
            <a:miter lim="400000"/>
          </a:ln>
        </p:spPr>
      </p:pic>
    </p:spTree>
    <p:extLst>
      <p:ext uri="{BB962C8B-B14F-4D97-AF65-F5344CB8AC3E}">
        <p14:creationId xmlns:p14="http://schemas.microsoft.com/office/powerpoint/2010/main" val="317147354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91" r:id="rId2"/>
    <p:sldLayoutId id="2147483688" r:id="rId3"/>
    <p:sldLayoutId id="2147483677" r:id="rId4"/>
    <p:sldLayoutId id="2147483681" r:id="rId5"/>
    <p:sldLayoutId id="2147483678" r:id="rId6"/>
    <p:sldLayoutId id="2147483679" r:id="rId7"/>
    <p:sldLayoutId id="2147483680" r:id="rId8"/>
    <p:sldLayoutId id="2147483686" r:id="rId9"/>
    <p:sldLayoutId id="2147483683" r:id="rId10"/>
    <p:sldLayoutId id="2147483682" r:id="rId11"/>
    <p:sldLayoutId id="2147483684" r:id="rId12"/>
    <p:sldLayoutId id="2147483689" r:id="rId13"/>
    <p:sldLayoutId id="2147483690" r:id="rId14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1800" b="1" kern="1200">
          <a:solidFill>
            <a:srgbClr val="49A698"/>
          </a:solidFill>
          <a:latin typeface="Goldplay Regular"/>
          <a:ea typeface="+mj-ea"/>
          <a:cs typeface="Arial" panose="020B060402020202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100000"/>
        </a:lnSpc>
        <a:spcBef>
          <a:spcPts val="300"/>
        </a:spcBef>
        <a:buClr>
          <a:srgbClr val="4F6877"/>
        </a:buClr>
        <a:buFont typeface="Wingdings" panose="05000000000000000000" pitchFamily="2" charset="2"/>
        <a:buChar char="§"/>
        <a:defRPr sz="1000" kern="1200">
          <a:solidFill>
            <a:srgbClr val="474749"/>
          </a:solidFill>
          <a:latin typeface="Goldplay Regular"/>
          <a:ea typeface="+mn-ea"/>
          <a:cs typeface="Arial" panose="020B0604020202020204" pitchFamily="34" charset="0"/>
        </a:defRPr>
      </a:lvl1pPr>
      <a:lvl2pPr marL="457200" indent="-228600" algn="l" defTabSz="914400" rtl="0" eaLnBrk="1" latinLnBrk="0" hangingPunct="1">
        <a:lnSpc>
          <a:spcPct val="100000"/>
        </a:lnSpc>
        <a:spcBef>
          <a:spcPts val="300"/>
        </a:spcBef>
        <a:buClr>
          <a:srgbClr val="4F6877"/>
        </a:buClr>
        <a:buFont typeface="Arial" panose="020B0604020202020204" pitchFamily="34" charset="0"/>
        <a:buChar char="•"/>
        <a:defRPr sz="1000" kern="1200">
          <a:solidFill>
            <a:srgbClr val="474749"/>
          </a:solidFill>
          <a:latin typeface="Goldplay Regular"/>
          <a:ea typeface="+mn-ea"/>
          <a:cs typeface="Arial" panose="020B0604020202020204" pitchFamily="34" charset="0"/>
        </a:defRPr>
      </a:lvl2pPr>
      <a:lvl3pPr marL="685800" indent="-228600" algn="l" defTabSz="914400" rtl="0" eaLnBrk="1" latinLnBrk="0" hangingPunct="1">
        <a:lnSpc>
          <a:spcPct val="100000"/>
        </a:lnSpc>
        <a:spcBef>
          <a:spcPts val="300"/>
        </a:spcBef>
        <a:buClr>
          <a:srgbClr val="4F6877"/>
        </a:buClr>
        <a:buFont typeface="Courier New" panose="02070309020205020404" pitchFamily="49" charset="0"/>
        <a:buChar char="o"/>
        <a:defRPr sz="1000" kern="1200">
          <a:solidFill>
            <a:srgbClr val="474749"/>
          </a:solidFill>
          <a:latin typeface="Goldplay Regular"/>
          <a:ea typeface="+mn-ea"/>
          <a:cs typeface="Arial" panose="020B0604020202020204" pitchFamily="34" charset="0"/>
        </a:defRPr>
      </a:lvl3pPr>
      <a:lvl4pPr marL="914400" indent="-228600" algn="l" defTabSz="914400" rtl="0" eaLnBrk="1" latinLnBrk="0" hangingPunct="1">
        <a:lnSpc>
          <a:spcPct val="100000"/>
        </a:lnSpc>
        <a:spcBef>
          <a:spcPts val="300"/>
        </a:spcBef>
        <a:buClr>
          <a:srgbClr val="4F6877"/>
        </a:buClr>
        <a:buFont typeface="Arial" panose="020B0604020202020204" pitchFamily="34" charset="0"/>
        <a:buChar char="−"/>
        <a:defRPr sz="1000" kern="1200">
          <a:solidFill>
            <a:srgbClr val="474749"/>
          </a:solidFill>
          <a:latin typeface="Goldplay Regular"/>
          <a:ea typeface="+mn-ea"/>
          <a:cs typeface="Arial" panose="020B0604020202020204" pitchFamily="34" charset="0"/>
        </a:defRPr>
      </a:lvl4pPr>
      <a:lvl5pPr marL="1143000" indent="-228600" algn="l" defTabSz="914400" rtl="0" eaLnBrk="1" latinLnBrk="0" hangingPunct="1">
        <a:lnSpc>
          <a:spcPct val="100000"/>
        </a:lnSpc>
        <a:spcBef>
          <a:spcPts val="300"/>
        </a:spcBef>
        <a:buClr>
          <a:srgbClr val="4F6877"/>
        </a:buClr>
        <a:buFont typeface="Wingdings" panose="05000000000000000000" pitchFamily="2" charset="2"/>
        <a:buChar char="Ø"/>
        <a:defRPr sz="1000" kern="1200">
          <a:solidFill>
            <a:srgbClr val="474749"/>
          </a:solidFill>
          <a:latin typeface="Goldplay Regular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2880" userDrawn="1">
          <p15:clr>
            <a:srgbClr val="F26B43"/>
          </p15:clr>
        </p15:guide>
        <p15:guide id="2" orient="horz" pos="2160" userDrawn="1">
          <p15:clr>
            <a:srgbClr val="F26B43"/>
          </p15:clr>
        </p15:guide>
        <p15:guide id="3" orient="horz" pos="144" userDrawn="1">
          <p15:clr>
            <a:srgbClr val="F26B43"/>
          </p15:clr>
        </p15:guide>
        <p15:guide id="4" pos="144" userDrawn="1">
          <p15:clr>
            <a:srgbClr val="F26B43"/>
          </p15:clr>
        </p15:guide>
        <p15:guide id="5" pos="5616" userDrawn="1">
          <p15:clr>
            <a:srgbClr val="F26B43"/>
          </p15:clr>
        </p15:guide>
        <p15:guide id="6" orient="horz" pos="4176" userDrawn="1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tags" Target="../tags/tag27.xml"/><Relationship Id="rId2" Type="http://schemas.openxmlformats.org/officeDocument/2006/relationships/slideLayout" Target="../slideLayouts/slideLayout2.xml"/><Relationship Id="rId3" Type="http://schemas.openxmlformats.org/officeDocument/2006/relationships/oleObject" Target="../embeddings/oleObject11.bin"/><Relationship Id="rId4" Type="http://schemas.openxmlformats.org/officeDocument/2006/relationships/image" Target="../media/image5.emf"/><Relationship Id="rId5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tags" Target="../tags/tag28.xml"/><Relationship Id="rId2" Type="http://schemas.openxmlformats.org/officeDocument/2006/relationships/slideLayout" Target="../slideLayouts/slideLayout2.xml"/><Relationship Id="rId3" Type="http://schemas.openxmlformats.org/officeDocument/2006/relationships/oleObject" Target="../embeddings/oleObject11.bin"/><Relationship Id="rId4" Type="http://schemas.openxmlformats.org/officeDocument/2006/relationships/image" Target="../media/image5.emf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Month XX, XXXX">
            <a:extLst>
              <a:ext uri="{FF2B5EF4-FFF2-40B4-BE49-F238E27FC236}">
                <a16:creationId xmlns:a16="http://schemas.microsoft.com/office/drawing/2014/main" id="{81410DBA-2D45-4A8A-8B36-E62A954207FB}"/>
              </a:ext>
            </a:extLst>
          </p:cNvPr>
          <p:cNvSpPr txBox="1"/>
          <p:nvPr/>
        </p:nvSpPr>
        <p:spPr>
          <a:xfrm>
            <a:off x="5017977" y="5600170"/>
            <a:ext cx="3399560" cy="41036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="http://schemas.openxmlformats.org/officeDocument/2006/math" xmlns:a14="http://schemas.microsoft.com/office/drawing/2010/main" xmlns:ma14="http://schemas.microsoft.com/office/mac/drawingml/2011/main" xmlns="" val="1"/>
            </a:ext>
          </a:extLst>
        </p:spPr>
        <p:txBody>
          <a:bodyPr lIns="50800" tIns="50800" rIns="50800" bIns="50800" anchor="ctr">
            <a:spAutoFit/>
          </a:bodyPr>
          <a:lstStyle>
            <a:lvl1pPr algn="r">
              <a:defRPr sz="3000">
                <a:solidFill>
                  <a:srgbClr val="49A698"/>
                </a:solidFill>
                <a:latin typeface="Goldplay Bold"/>
                <a:ea typeface="Goldplay Bold"/>
                <a:cs typeface="Goldplay Bold"/>
                <a:sym typeface="Goldplay Bold"/>
              </a:defRPr>
            </a:lvl1pPr>
          </a:lstStyle>
          <a:p>
            <a:r>
              <a:rPr lang="en-US" sz="2000" dirty="0"/>
              <a:t>8-4-2026</a:t>
            </a:r>
            <a:endParaRPr lang="en-US" dirty="0"/>
          </a:p>
        </p:txBody>
      </p:sp>
      <p:sp>
        <p:nvSpPr>
          <p:cNvPr id="7" name="Name of Presentation">
            <a:extLst>
              <a:ext uri="{FF2B5EF4-FFF2-40B4-BE49-F238E27FC236}">
                <a16:creationId xmlns:a16="http://schemas.microsoft.com/office/drawing/2014/main" id="{BA4F959D-0BE2-486B-A2CF-5246F0AA3C19}"/>
              </a:ext>
            </a:extLst>
          </p:cNvPr>
          <p:cNvSpPr txBox="1"/>
          <p:nvPr/>
        </p:nvSpPr>
        <p:spPr>
          <a:xfrm>
            <a:off x="2914775" y="5008469"/>
            <a:ext cx="5502763" cy="47192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="http://schemas.openxmlformats.org/officeDocument/2006/math" xmlns:a14="http://schemas.microsoft.com/office/drawing/2010/main" xmlns:ma14="http://schemas.microsoft.com/office/mac/drawingml/2011/main" xmlns="" val="1"/>
            </a:ext>
          </a:extLst>
        </p:spPr>
        <p:txBody>
          <a:bodyPr lIns="50800" tIns="50800" rIns="50800" bIns="50800" anchor="ctr">
            <a:spAutoFit/>
          </a:bodyPr>
          <a:lstStyle>
            <a:lvl1pPr algn="r">
              <a:defRPr sz="3000">
                <a:solidFill>
                  <a:srgbClr val="49A698"/>
                </a:solidFill>
                <a:latin typeface="Goldplay Bold"/>
                <a:ea typeface="Goldplay Bold"/>
                <a:cs typeface="Goldplay Bold"/>
                <a:sym typeface="Goldplay Bold"/>
              </a:defRPr>
            </a:lvl1pPr>
          </a:lstStyle>
          <a:p>
            <a:r>
              <a:rPr lang="en-US" sz="2400" b="1" dirty="0"/>
              <a:t>Ortho Service Line Meeting </a:t>
            </a:r>
            <a:endParaRPr lang="en-US" dirty="0"/>
          </a:p>
        </p:txBody>
      </p:sp>
      <p:sp>
        <p:nvSpPr>
          <p:cNvPr id="4" name="Month XX, XXXX">
            <a:extLst>
              <a:ext uri="{FF2B5EF4-FFF2-40B4-BE49-F238E27FC236}">
                <a16:creationId xmlns:a16="http://schemas.microsoft.com/office/drawing/2014/main" id="{FAE3E9D9-D4DE-430C-A94C-D5910BA7741A}"/>
              </a:ext>
            </a:extLst>
          </p:cNvPr>
          <p:cNvSpPr txBox="1"/>
          <p:nvPr/>
        </p:nvSpPr>
        <p:spPr>
          <a:xfrm>
            <a:off x="5017977" y="6130316"/>
            <a:ext cx="3399560" cy="31803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="http://schemas.openxmlformats.org/officeDocument/2006/math" xmlns:a14="http://schemas.microsoft.com/office/drawing/2010/main" xmlns:ma14="http://schemas.microsoft.com/office/mac/drawingml/2011/main" xmlns="" val="1"/>
            </a:ext>
          </a:extLst>
        </p:spPr>
        <p:txBody>
          <a:bodyPr lIns="50800" tIns="50800" rIns="50800" bIns="50800" anchor="ctr">
            <a:spAutoFit/>
          </a:bodyPr>
          <a:lstStyle>
            <a:lvl1pPr algn="r">
              <a:defRPr sz="3000">
                <a:solidFill>
                  <a:srgbClr val="49A698"/>
                </a:solidFill>
                <a:latin typeface="Goldplay Bold"/>
                <a:ea typeface="Goldplay Bold"/>
                <a:cs typeface="Goldplay Bold"/>
                <a:sym typeface="Goldplay Bold"/>
              </a:defRPr>
            </a:lvl1pPr>
          </a:lstStyle>
          <a:p>
            <a:r>
              <a:rPr lang="en-US" sz="1400" b="1"/>
              <a:t>CONFIDENTIAL</a:t>
            </a:r>
            <a:endParaRPr sz="1400" b="1"/>
          </a:p>
        </p:txBody>
      </p:sp>
    </p:spTree>
    <p:extLst>
      <p:ext uri="{BB962C8B-B14F-4D97-AF65-F5344CB8AC3E}">
        <p14:creationId xmlns:p14="http://schemas.microsoft.com/office/powerpoint/2010/main" val="362776561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B9C82E-6E58-3EEE-9F86-6561B69DD0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5" name="Object 14" hidden="1">
            <a:extLst>
              <a:ext uri="{FF2B5EF4-FFF2-40B4-BE49-F238E27FC236}">
                <a16:creationId xmlns:a16="http://schemas.microsoft.com/office/drawing/2014/main" id="{51F71570-D121-AEFC-F785-A23062DC1B0E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624" imgH="623" progId="TCLayout.ActiveDocument.1">
                  <p:embed/>
                </p:oleObj>
              </mc:Choice>
              <mc:Fallback>
                <p:oleObj name="think-cell Slide" r:id="rId3" imgW="624" imgH="623" progId="TCLayout.ActiveDocument.1">
                  <p:embed/>
                  <p:pic>
                    <p:nvPicPr>
                      <p:cNvPr id="15" name="Object 14" hidden="1">
                        <a:extLst>
                          <a:ext uri="{FF2B5EF4-FFF2-40B4-BE49-F238E27FC236}">
                            <a16:creationId xmlns:a16="http://schemas.microsoft.com/office/drawing/2014/main" id="{51F71570-D121-AEFC-F785-A23062DC1B0E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7C864D74-1094-FAF7-D2B9-8E6DE30023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/>
          <a:lstStyle/>
          <a:p>
            <a:pPr algn="ctr"/>
            <a:r>
              <a:rPr lang="en-US" sz="2000" dirty="0">
                <a:latin typeface="Goldplay Bold"/>
                <a:cs typeface="Arial"/>
              </a:rPr>
              <a:t>New Patient Growth:  Joe 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B1AE192-2E74-B648-6A31-397039FD716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787E26D-2180-4E25-AB0B-12023A6BF6AE}" type="slidenum">
              <a:rPr lang="en-US" smtClean="0"/>
              <a:pPr/>
              <a:t>2</a:t>
            </a:fld>
            <a:endParaRPr lang="en-US"/>
          </a:p>
        </p:txBody>
      </p:sp>
      <p:sp>
        <p:nvSpPr>
          <p:cNvPr id="7" name="Footer Placeholder 3">
            <a:extLst>
              <a:ext uri="{FF2B5EF4-FFF2-40B4-BE49-F238E27FC236}">
                <a16:creationId xmlns:a16="http://schemas.microsoft.com/office/drawing/2014/main" id="{A797A0CA-1468-B69E-73B2-A87B2690BD9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32338" y="6545404"/>
            <a:ext cx="8302062" cy="195313"/>
          </a:xfrm>
        </p:spPr>
        <p:txBody>
          <a:bodyPr/>
          <a:lstStyle/>
          <a:p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32BF95E-CCB1-2E6B-B6B5-1A6BAC44360B}"/>
              </a:ext>
            </a:extLst>
          </p:cNvPr>
          <p:cNvSpPr txBox="1"/>
          <p:nvPr/>
        </p:nvSpPr>
        <p:spPr>
          <a:xfrm>
            <a:off x="116633" y="933061"/>
            <a:ext cx="8910734" cy="52322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endParaRPr lang="en-US" sz="1600" dirty="0">
              <a:cs typeface="Arial"/>
            </a:endParaRPr>
          </a:p>
          <a:p>
            <a:pPr marL="628650" lvl="1" indent="-171450">
              <a:buFont typeface="Wingdings"/>
              <a:buChar char="§"/>
            </a:pPr>
            <a:endParaRPr lang="en-US" sz="1200" dirty="0">
              <a:cs typeface="Arial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384048" y="914400"/>
            <a:ext cx="8375904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50" b="1">
                <a:solidFill>
                  <a:srgbClr val="363C40"/>
                </a:solidFill>
                <a:latin typeface="Arial"/>
              </a:rPr>
              <a:t>Ortho new patients are growing — July was our best month of 2026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84048" y="1298448"/>
            <a:ext cx="837590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6B7276"/>
                </a:solidFill>
                <a:latin typeface="Arial"/>
              </a:rPr>
              <a:t>We are still behind the plan set at the start of the year, and the gap is closing.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84048" y="1700784"/>
            <a:ext cx="1975104" cy="1097280"/>
          </a:xfrm>
          <a:prstGeom prst="roundRect">
            <a:avLst>
              <a:gd name="adj" fmla="val 8000"/>
            </a:avLst>
          </a:prstGeom>
          <a:solidFill>
            <a:srgbClr val="EEF4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530352" y="1819656"/>
            <a:ext cx="1682496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49A698"/>
                </a:solidFill>
                <a:latin typeface="Arial"/>
              </a:rPr>
              <a:t>534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0352" y="2377440"/>
            <a:ext cx="1682496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363C40"/>
                </a:solidFill>
                <a:latin typeface="Arial"/>
              </a:rPr>
              <a:t>New Ortho patients in July —</a:t>
            </a:r>
          </a:p>
          <a:p>
            <a:pPr algn="l"/>
            <a:r>
              <a:rPr sz="950" b="0">
                <a:solidFill>
                  <a:srgbClr val="363C40"/>
                </a:solidFill>
                <a:latin typeface="Arial"/>
              </a:rPr>
              <a:t>the most in any month this year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532888" y="1700784"/>
            <a:ext cx="1975104" cy="1097280"/>
          </a:xfrm>
          <a:prstGeom prst="roundRect">
            <a:avLst>
              <a:gd name="adj" fmla="val 8000"/>
            </a:avLst>
          </a:prstGeom>
          <a:solidFill>
            <a:srgbClr val="EEF4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2679192" y="1819656"/>
            <a:ext cx="1682496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49A698"/>
                </a:solidFill>
                <a:latin typeface="Arial"/>
              </a:rPr>
              <a:t>+19%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79192" y="2377440"/>
            <a:ext cx="1682496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363C40"/>
                </a:solidFill>
                <a:latin typeface="Arial"/>
              </a:rPr>
              <a:t>More than January (450),</a:t>
            </a:r>
          </a:p>
          <a:p>
            <a:pPr algn="l"/>
            <a:r>
              <a:rPr sz="950" b="0">
                <a:solidFill>
                  <a:srgbClr val="363C40"/>
                </a:solidFill>
                <a:latin typeface="Arial"/>
              </a:rPr>
              <a:t>after a slow first quarter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681728" y="1700784"/>
            <a:ext cx="1975104" cy="1097280"/>
          </a:xfrm>
          <a:prstGeom prst="roundRect">
            <a:avLst>
              <a:gd name="adj" fmla="val 8000"/>
            </a:avLst>
          </a:prstGeom>
          <a:solidFill>
            <a:srgbClr val="EEF4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4828032" y="1819656"/>
            <a:ext cx="1682496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49A698"/>
                </a:solidFill>
                <a:latin typeface="Arial"/>
              </a:rPr>
              <a:t>3,239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828032" y="2377440"/>
            <a:ext cx="1682496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363C40"/>
                </a:solidFill>
                <a:latin typeface="Arial"/>
              </a:rPr>
              <a:t>New Ortho patients so far</a:t>
            </a:r>
          </a:p>
          <a:p>
            <a:pPr algn="l"/>
            <a:r>
              <a:rPr sz="950" b="0">
                <a:solidFill>
                  <a:srgbClr val="363C40"/>
                </a:solidFill>
                <a:latin typeface="Arial"/>
              </a:rPr>
              <a:t>this year (January–July)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830568" y="1700784"/>
            <a:ext cx="1975104" cy="1097280"/>
          </a:xfrm>
          <a:prstGeom prst="roundRect">
            <a:avLst>
              <a:gd name="adj" fmla="val 8000"/>
            </a:avLst>
          </a:prstGeom>
          <a:solidFill>
            <a:srgbClr val="FAEE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6976872" y="1819656"/>
            <a:ext cx="1682496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CE4A57"/>
                </a:solidFill>
                <a:latin typeface="Arial"/>
              </a:rPr>
              <a:t>89%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976872" y="2377440"/>
            <a:ext cx="1682496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363C40"/>
                </a:solidFill>
                <a:latin typeface="Arial"/>
              </a:rPr>
              <a:t>Of our January–July plan</a:t>
            </a:r>
          </a:p>
          <a:p>
            <a:pPr algn="l"/>
            <a:r>
              <a:rPr sz="950" b="0">
                <a:solidFill>
                  <a:srgbClr val="363C40"/>
                </a:solidFill>
                <a:latin typeface="Arial"/>
              </a:rPr>
              <a:t>of 3,625 patients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84048" y="2980944"/>
            <a:ext cx="837590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363C40"/>
                </a:solidFill>
                <a:latin typeface="Arial"/>
              </a:rPr>
              <a:t>New Ortho patients each month, actual vs. plan</a:t>
            </a:r>
          </a:p>
        </p:txBody>
      </p:sp>
      <p:graphicFrame>
        <p:nvGraphicFramePr>
          <p:cNvPr id="31" name="Chart 30"/>
          <p:cNvGraphicFramePr>
            <a:graphicFrameLocks noGrp="1"/>
          </p:cNvGraphicFramePr>
          <p:nvPr/>
        </p:nvGraphicFramePr>
        <p:xfrm>
          <a:off x="274320" y="3236976"/>
          <a:ext cx="8595360" cy="2395728"/>
        </p:xfrm>
        <a:graphic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32" name="TextBox 31"/>
          <p:cNvSpPr txBox="1"/>
          <p:nvPr/>
        </p:nvSpPr>
        <p:spPr>
          <a:xfrm>
            <a:off x="384048" y="5724144"/>
            <a:ext cx="8375904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49A698"/>
                </a:solidFill>
                <a:latin typeface="Arial"/>
              </a:rPr>
              <a:t>What this says:  </a:t>
            </a:r>
            <a:r>
              <a:rPr sz="1050" b="0">
                <a:solidFill>
                  <a:srgbClr val="363C40"/>
                </a:solidFill>
                <a:latin typeface="Arial"/>
              </a:rPr>
              <a:t>The slow start was January through March. Since April we have added patients every month, and the monthly shortfall against plan has roughly halved. The trend is right; we have not yet made up the early gap.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84048" y="6309360"/>
            <a:ext cx="837590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>
                <a:solidFill>
                  <a:srgbClr val="6B7276"/>
                </a:solidFill>
                <a:latin typeface="Arial"/>
              </a:rPr>
              <a:t>Source: EMR new-patient report, first appointment date, pulled 30 July 2026. Plan = 2026 Ortho budget.</a:t>
            </a:r>
          </a:p>
        </p:txBody>
      </p:sp>
    </p:spTree>
    <p:extLst>
      <p:ext uri="{BB962C8B-B14F-4D97-AF65-F5344CB8AC3E}">
        <p14:creationId xmlns:p14="http://schemas.microsoft.com/office/powerpoint/2010/main" val="64439424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A05C8A-33A9-F4B6-3556-1166902681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5" name="Object 14" hidden="1">
            <a:extLst>
              <a:ext uri="{FF2B5EF4-FFF2-40B4-BE49-F238E27FC236}">
                <a16:creationId xmlns:a16="http://schemas.microsoft.com/office/drawing/2014/main" id="{924E56D5-E3EA-DD1C-29A9-DBCBC7AB2FF5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624" imgH="623" progId="TCLayout.ActiveDocument.1">
                  <p:embed/>
                </p:oleObj>
              </mc:Choice>
              <mc:Fallback>
                <p:oleObj name="think-cell Slide" r:id="rId3" imgW="624" imgH="623" progId="TCLayout.ActiveDocument.1">
                  <p:embed/>
                  <p:pic>
                    <p:nvPicPr>
                      <p:cNvPr id="15" name="Object 14" hidden="1">
                        <a:extLst>
                          <a:ext uri="{FF2B5EF4-FFF2-40B4-BE49-F238E27FC236}">
                            <a16:creationId xmlns:a16="http://schemas.microsoft.com/office/drawing/2014/main" id="{924E56D5-E3EA-DD1C-29A9-DBCBC7AB2FF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84C31EFA-1251-5062-BFAB-1F28A4491C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/>
          <a:lstStyle/>
          <a:p>
            <a:pPr algn="ctr"/>
            <a:r>
              <a:rPr lang="en-US" sz="2000" dirty="0">
                <a:latin typeface="Goldplay Bold"/>
                <a:cs typeface="Arial"/>
              </a:rPr>
              <a:t>New Patient Growth:  Joe 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A40D21A-C132-5082-D036-6A004C4C23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787E26D-2180-4E25-AB0B-12023A6BF6AE}" type="slidenum">
              <a:rPr lang="en-US" smtClean="0"/>
              <a:pPr/>
              <a:t>3</a:t>
            </a:fld>
            <a:endParaRPr lang="en-US"/>
          </a:p>
        </p:txBody>
      </p:sp>
      <p:sp>
        <p:nvSpPr>
          <p:cNvPr id="7" name="Footer Placeholder 3">
            <a:extLst>
              <a:ext uri="{FF2B5EF4-FFF2-40B4-BE49-F238E27FC236}">
                <a16:creationId xmlns:a16="http://schemas.microsoft.com/office/drawing/2014/main" id="{6719920F-7417-B20E-07BE-AD3D53877B6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32338" y="6545404"/>
            <a:ext cx="8302062" cy="195313"/>
          </a:xfrm>
        </p:spPr>
        <p:txBody>
          <a:bodyPr/>
          <a:lstStyle/>
          <a:p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CB55680-7A34-8C3D-EEFF-C388D6E8B612}"/>
              </a:ext>
            </a:extLst>
          </p:cNvPr>
          <p:cNvSpPr txBox="1"/>
          <p:nvPr/>
        </p:nvSpPr>
        <p:spPr>
          <a:xfrm>
            <a:off x="116633" y="933061"/>
            <a:ext cx="8910734" cy="52322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endParaRPr lang="en-US" sz="1600" dirty="0">
              <a:cs typeface="Arial"/>
            </a:endParaRPr>
          </a:p>
          <a:p>
            <a:pPr marL="628650" lvl="1" indent="-171450">
              <a:buFont typeface="Wingdings"/>
              <a:buChar char="§"/>
            </a:pPr>
            <a:endParaRPr lang="en-US" sz="1200" dirty="0">
              <a:cs typeface="Arial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384048" y="914400"/>
            <a:ext cx="8375904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50" b="1">
                <a:solidFill>
                  <a:srgbClr val="363C40"/>
                </a:solidFill>
                <a:latin typeface="Arial"/>
              </a:rPr>
              <a:t>The gap is not patient demand — it is unfilled clinic time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84048" y="1298448"/>
            <a:ext cx="837590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6B7276"/>
                </a:solidFill>
                <a:latin typeface="Arial"/>
              </a:rPr>
              <a:t>Between 30 March and 30 July, Ortho clinics ran about four-fifths full.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84048" y="1700784"/>
            <a:ext cx="2688336" cy="1060704"/>
          </a:xfrm>
          <a:prstGeom prst="roundRect">
            <a:avLst>
              <a:gd name="adj" fmla="val 8000"/>
            </a:avLst>
          </a:prstGeom>
          <a:solidFill>
            <a:srgbClr val="EEF4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530352" y="1819656"/>
            <a:ext cx="2395728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49A698"/>
                </a:solidFill>
                <a:latin typeface="Arial"/>
              </a:rPr>
              <a:t>79%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0352" y="2377440"/>
            <a:ext cx="2395728" cy="2743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363C40"/>
                </a:solidFill>
                <a:latin typeface="Arial"/>
              </a:rPr>
              <a:t>Of available Ortho appointment</a:t>
            </a:r>
          </a:p>
          <a:p>
            <a:pPr algn="l"/>
            <a:r>
              <a:rPr sz="950" b="0">
                <a:solidFill>
                  <a:srgbClr val="363C40"/>
                </a:solidFill>
                <a:latin typeface="Arial"/>
              </a:rPr>
              <a:t>times were booked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55264" y="1700784"/>
            <a:ext cx="2688336" cy="1060704"/>
          </a:xfrm>
          <a:prstGeom prst="roundRect">
            <a:avLst>
              <a:gd name="adj" fmla="val 8000"/>
            </a:avLst>
          </a:prstGeom>
          <a:solidFill>
            <a:srgbClr val="EEF4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3401568" y="1819656"/>
            <a:ext cx="2395728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49A698"/>
                </a:solidFill>
                <a:latin typeface="Arial"/>
              </a:rPr>
              <a:t>3,233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401568" y="2377440"/>
            <a:ext cx="2395728" cy="2743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363C40"/>
                </a:solidFill>
                <a:latin typeface="Arial"/>
              </a:rPr>
              <a:t>Ortho appointment times went</a:t>
            </a:r>
          </a:p>
          <a:p>
            <a:pPr algn="l"/>
            <a:r>
              <a:rPr sz="950" b="0">
                <a:solidFill>
                  <a:srgbClr val="363C40"/>
                </a:solidFill>
                <a:latin typeface="Arial"/>
              </a:rPr>
              <a:t>unused over those four months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26480" y="1700784"/>
            <a:ext cx="2688336" cy="1060704"/>
          </a:xfrm>
          <a:prstGeom prst="roundRect">
            <a:avLst>
              <a:gd name="adj" fmla="val 8000"/>
            </a:avLst>
          </a:prstGeom>
          <a:solidFill>
            <a:srgbClr val="E8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6272784" y="1819656"/>
            <a:ext cx="2395728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49A698"/>
                </a:solidFill>
                <a:latin typeface="Arial"/>
              </a:rPr>
              <a:t>+626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72784" y="2377440"/>
            <a:ext cx="2395728" cy="2743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363C40"/>
                </a:solidFill>
                <a:latin typeface="Arial"/>
              </a:rPr>
              <a:t>More new patients a year if we</a:t>
            </a:r>
          </a:p>
          <a:p>
            <a:pPr algn="l"/>
            <a:r>
              <a:rPr sz="950" b="0">
                <a:solidFill>
                  <a:srgbClr val="363C40"/>
                </a:solidFill>
                <a:latin typeface="Arial"/>
              </a:rPr>
              <a:t>filled those clinics to 90%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84048" y="2944368"/>
            <a:ext cx="40233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363C40"/>
                </a:solidFill>
                <a:latin typeface="Arial"/>
              </a:rPr>
              <a:t>Where the open time is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84048" y="3255264"/>
            <a:ext cx="187451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>
                <a:solidFill>
                  <a:srgbClr val="6B7276"/>
                </a:solidFill>
                <a:latin typeface="Arial"/>
              </a:rPr>
              <a:t>Location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31720" y="3255264"/>
            <a:ext cx="7315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1">
                <a:solidFill>
                  <a:srgbClr val="6B7276"/>
                </a:solidFill>
                <a:latin typeface="Arial"/>
              </a:rPr>
              <a:t>% full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154680" y="3255264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1">
                <a:solidFill>
                  <a:srgbClr val="6B7276"/>
                </a:solidFill>
                <a:latin typeface="Arial"/>
              </a:rPr>
              <a:t>Open times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29184" y="3433572"/>
            <a:ext cx="4114800" cy="310896"/>
          </a:xfrm>
          <a:prstGeom prst="roundRect">
            <a:avLst>
              <a:gd name="adj" fmla="val 8000"/>
            </a:avLst>
          </a:prstGeom>
          <a:solidFill>
            <a:srgbClr val="F6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384048" y="3474720"/>
            <a:ext cx="187451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363C40"/>
                </a:solidFill>
                <a:latin typeface="Arial"/>
              </a:rPr>
              <a:t>Sterling Heights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331720" y="3474720"/>
            <a:ext cx="7315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>
                <a:solidFill>
                  <a:srgbClr val="CE4A57"/>
                </a:solidFill>
                <a:latin typeface="Arial"/>
              </a:rPr>
              <a:t>75%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154680" y="3474720"/>
            <a:ext cx="12344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>
                <a:solidFill>
                  <a:srgbClr val="363C40"/>
                </a:solidFill>
                <a:latin typeface="Arial"/>
              </a:rPr>
              <a:t>1,621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84048" y="3822191"/>
            <a:ext cx="187451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363C40"/>
                </a:solidFill>
                <a:latin typeface="Arial"/>
              </a:rPr>
              <a:t>Livonia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31720" y="3822191"/>
            <a:ext cx="7315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>
                <a:solidFill>
                  <a:srgbClr val="363C40"/>
                </a:solidFill>
                <a:latin typeface="Arial"/>
              </a:rPr>
              <a:t>86%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154680" y="3822191"/>
            <a:ext cx="12344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363C40"/>
                </a:solidFill>
                <a:latin typeface="Arial"/>
              </a:rPr>
              <a:t>1,007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329184" y="4128515"/>
            <a:ext cx="4114800" cy="310896"/>
          </a:xfrm>
          <a:prstGeom prst="roundRect">
            <a:avLst>
              <a:gd name="adj" fmla="val 8000"/>
            </a:avLst>
          </a:prstGeom>
          <a:solidFill>
            <a:srgbClr val="F6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TextBox 38"/>
          <p:cNvSpPr txBox="1"/>
          <p:nvPr/>
        </p:nvSpPr>
        <p:spPr>
          <a:xfrm>
            <a:off x="384048" y="4169663"/>
            <a:ext cx="187451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363C40"/>
                </a:solidFill>
                <a:latin typeface="Arial"/>
              </a:rPr>
              <a:t>Port Huron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331720" y="4169663"/>
            <a:ext cx="7315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>
                <a:solidFill>
                  <a:srgbClr val="CE4A57"/>
                </a:solidFill>
                <a:latin typeface="Arial"/>
              </a:rPr>
              <a:t>74%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154680" y="4169663"/>
            <a:ext cx="12344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363C40"/>
                </a:solidFill>
                <a:latin typeface="Arial"/>
              </a:rPr>
              <a:t>338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84048" y="4517136"/>
            <a:ext cx="187451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363C40"/>
                </a:solidFill>
                <a:latin typeface="Arial"/>
              </a:rPr>
              <a:t>Southfield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31720" y="4517136"/>
            <a:ext cx="7315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>
                <a:solidFill>
                  <a:srgbClr val="CE4A57"/>
                </a:solidFill>
                <a:latin typeface="Arial"/>
              </a:rPr>
              <a:t>61%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154680" y="4517136"/>
            <a:ext cx="12344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363C40"/>
                </a:solidFill>
                <a:latin typeface="Arial"/>
              </a:rPr>
              <a:t>175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329184" y="4823459"/>
            <a:ext cx="4114800" cy="310896"/>
          </a:xfrm>
          <a:prstGeom prst="roundRect">
            <a:avLst>
              <a:gd name="adj" fmla="val 8000"/>
            </a:avLst>
          </a:prstGeom>
          <a:solidFill>
            <a:srgbClr val="F6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TextBox 45"/>
          <p:cNvSpPr txBox="1"/>
          <p:nvPr/>
        </p:nvSpPr>
        <p:spPr>
          <a:xfrm>
            <a:off x="384048" y="4864607"/>
            <a:ext cx="187451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363C40"/>
                </a:solidFill>
                <a:latin typeface="Arial"/>
              </a:rPr>
              <a:t>Troy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331720" y="4864607"/>
            <a:ext cx="7315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>
                <a:solidFill>
                  <a:srgbClr val="CE4A57"/>
                </a:solidFill>
                <a:latin typeface="Arial"/>
              </a:rPr>
              <a:t>63%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154680" y="4864607"/>
            <a:ext cx="12344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363C40"/>
                </a:solidFill>
                <a:latin typeface="Arial"/>
              </a:rPr>
              <a:t>92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329184" y="5285232"/>
            <a:ext cx="4114800" cy="786384"/>
          </a:xfrm>
          <a:prstGeom prst="roundRect">
            <a:avLst>
              <a:gd name="adj" fmla="val 8000"/>
            </a:avLst>
          </a:prstGeom>
          <a:solidFill>
            <a:srgbClr val="FFF7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TextBox 49"/>
          <p:cNvSpPr txBox="1"/>
          <p:nvPr/>
        </p:nvSpPr>
        <p:spPr>
          <a:xfrm>
            <a:off x="512064" y="5413248"/>
            <a:ext cx="3803904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>
                <a:solidFill>
                  <a:srgbClr val="363C40"/>
                </a:solidFill>
                <a:latin typeface="Arial"/>
              </a:rPr>
              <a:t>Fridays fill better than any other day (83%) — </a:t>
            </a:r>
          </a:p>
          <a:p>
            <a:pPr algn="l"/>
            <a:r>
              <a:rPr sz="950" b="0">
                <a:solidFill>
                  <a:srgbClr val="363C40"/>
                </a:solidFill>
                <a:latin typeface="Arial"/>
              </a:rPr>
              <a:t>but we offer only 100 appointment times on a Friday versus 218 on a Thursday.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736592" y="2944368"/>
            <a:ext cx="40233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363C40"/>
                </a:solidFill>
                <a:latin typeface="Arial"/>
              </a:rPr>
              <a:t>What would help most</a:t>
            </a:r>
          </a:p>
        </p:txBody>
      </p:sp>
      <p:sp>
        <p:nvSpPr>
          <p:cNvPr id="52" name="Oval 51"/>
          <p:cNvSpPr/>
          <p:nvPr/>
        </p:nvSpPr>
        <p:spPr>
          <a:xfrm>
            <a:off x="4736592" y="3273552"/>
            <a:ext cx="274320" cy="274320"/>
          </a:xfrm>
          <a:prstGeom prst="ellipse">
            <a:avLst/>
          </a:prstGeom>
          <a:solidFill>
            <a:srgbClr val="49A6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138928" y="3255264"/>
            <a:ext cx="362102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363C40"/>
                </a:solidFill>
                <a:latin typeface="Arial"/>
              </a:rPr>
              <a:t>Add Friday clinic where you can.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138928" y="3493008"/>
            <a:ext cx="3621024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6B7276"/>
                </a:solidFill>
                <a:latin typeface="Arial"/>
              </a:rPr>
              <a:t>Fridays are our best-filling day and our smallest. Matching Thursday is worth about 600 new patients a year.</a:t>
            </a:r>
          </a:p>
        </p:txBody>
      </p:sp>
      <p:sp>
        <p:nvSpPr>
          <p:cNvPr id="55" name="Oval 54"/>
          <p:cNvSpPr/>
          <p:nvPr/>
        </p:nvSpPr>
        <p:spPr>
          <a:xfrm>
            <a:off x="4736592" y="4133087"/>
            <a:ext cx="274320" cy="274320"/>
          </a:xfrm>
          <a:prstGeom prst="ellipse">
            <a:avLst/>
          </a:prstGeom>
          <a:solidFill>
            <a:srgbClr val="49A6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138928" y="4114800"/>
            <a:ext cx="362102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363C40"/>
                </a:solidFill>
                <a:latin typeface="Arial"/>
              </a:rPr>
              <a:t>Open more Sterling Heights time.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138928" y="4352544"/>
            <a:ext cx="3621024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6B7276"/>
                </a:solidFill>
                <a:latin typeface="Arial"/>
              </a:rPr>
              <a:t>It holds 1,621 of our 3,233 unused appointments — the single largest pocket of open capacity.</a:t>
            </a:r>
          </a:p>
        </p:txBody>
      </p:sp>
      <p:sp>
        <p:nvSpPr>
          <p:cNvPr id="58" name="Oval 57"/>
          <p:cNvSpPr/>
          <p:nvPr/>
        </p:nvSpPr>
        <p:spPr>
          <a:xfrm>
            <a:off x="4736592" y="4992623"/>
            <a:ext cx="274320" cy="274320"/>
          </a:xfrm>
          <a:prstGeom prst="ellipse">
            <a:avLst/>
          </a:prstGeom>
          <a:solidFill>
            <a:srgbClr val="49A6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138928" y="4974336"/>
            <a:ext cx="362102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363C40"/>
                </a:solidFill>
                <a:latin typeface="Arial"/>
              </a:rPr>
              <a:t>Tell us where you have room.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138928" y="5212079"/>
            <a:ext cx="3621024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6B7276"/>
                </a:solidFill>
                <a:latin typeface="Arial"/>
              </a:rPr>
              <a:t>We will point new-patient scheduling and advertising at the clinics with space, instead of the ones already full.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736592" y="5888736"/>
            <a:ext cx="40233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>
                <a:solidFill>
                  <a:srgbClr val="49A698"/>
                </a:solidFill>
                <a:latin typeface="Arial"/>
              </a:rPr>
              <a:t>Marketing owns filling the schedule. We need to know where the room is.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384048" y="6309360"/>
            <a:ext cx="837590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>
                <a:solidFill>
                  <a:srgbClr val="6B7276"/>
                </a:solidFill>
                <a:latin typeface="Arial"/>
              </a:rPr>
              <a:t>Source: Clinic Capacity Dashboard, Ortho service line, 30 March – 30 July 2026. "Open times" = scheduled appointment slots that went unbooked.</a:t>
            </a:r>
          </a:p>
        </p:txBody>
      </p:sp>
    </p:spTree>
    <p:extLst>
      <p:ext uri="{BB962C8B-B14F-4D97-AF65-F5344CB8AC3E}">
        <p14:creationId xmlns:p14="http://schemas.microsoft.com/office/powerpoint/2010/main" val="711370264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PRESENTATIONDONOTDELETE" val="&lt;?xml version=&quot;1.0&quot; encoding=&quot;UTF-16&quot; standalone=&quot;yes&quot;?&gt;&lt;root reqver=&quot;25060&quot;&gt;&lt;version val=&quot;28146&quot;/&gt;&lt;CPresentation id=&quot;1&quot;&gt;&lt;m_precDefaultNumber&gt;&lt;m_bNumberIsYear val=&quot;1&quot;/&gt;&lt;m_chMinusSymbol&gt;-&lt;/m_chMinusSymbol&gt;&lt;m_chDecimalSymbol17909&gt;.&lt;/m_chDecimalSymbol17909&gt;&lt;m_nGroupingDigits17909 val=&quot;3&quot;/&gt;&lt;m_chGroupingSymbol17909&gt;,&lt;/m_chGroupingSymbol17909&gt;&lt;m_yearfmt&gt;&lt;begin val=&quot;0&quot;/&gt;&lt;end val=&quot;4&quot;/&gt;&lt;/m_yearfmt&gt;&lt;/m_precDefaultNumber&gt;&lt;m_precDefaultPercent&gt;&lt;m_bNumberIsYear val=&quot;1&quot;/&gt;&lt;m_chMinusSymbol&gt;-&lt;/m_chMinusSymbol&gt;&lt;m_nDecimalDigits17909 val=&quot;0&quot;/&gt;&lt;m_chDecimalSymbol17909&gt;.&lt;/m_chDecimalSymbol17909&gt;&lt;m_nGroupingDigits17909 val=&quot;3&quot;/&gt;&lt;m_chGroupingSymbol17909&gt;,&lt;/m_chGroupingSymbol17909&gt;&lt;m_strSuffix17909&gt;%&lt;/m_strSuffix17909&gt;&lt;m_yearfmt&gt;&lt;begin val=&quot;0&quot;/&gt;&lt;end val=&quot;4&quot;/&gt;&lt;/m_yearfmt&gt;&lt;/m_precDefaultPercent&gt;&lt;m_precDefaultDate&gt;&lt;m_bNumberIsYear val=&quot;0&quot;/&gt;&lt;m_strFormatTime&gt;%#m/%#d/%Y&lt;/m_strFormatTime&gt;&lt;m_yearfmt&gt;&lt;begin val=&quot;0&quot;/&gt;&lt;end val=&quot;0&quot;/&gt;&lt;/m_yearfmt&gt;&lt;/m_precDefaultDate&gt;&lt;m_precDefaultYear&gt;&lt;m_yearfmt&gt;&lt;begin val=&quot;0&quot;/&gt;&lt;end val=&quot;4&quot;/&gt;&lt;/m_yearfmt&gt;&lt;/m_precDefaultYear&gt;&lt;m_precDefaultQuarter&gt;&lt;m_yearfmt&gt;&lt;begin val=&quot;0&quot;/&gt;&lt;end val=&quot;4&quot;/&gt;&lt;/m_yearfmt&gt;&lt;/m_precDefaultQuarter&gt;&lt;m_precDefaultMonth&gt;&lt;m_yearfmt&gt;&lt;begin val=&quot;0&quot;/&gt;&lt;end val=&quot;4&quot;/&gt;&lt;/m_yearfmt&gt;&lt;/m_precDefaultMonth&gt;&lt;m_precDefaultWeek&gt;&lt;m_yearfmt&gt;&lt;begin val=&quot;0&quot;/&gt;&lt;end val=&quot;4&quot;/&gt;&lt;/m_yearfmt&gt;&lt;/m_precDefaultWeek&gt;&lt;m_precDefaultDay&gt;&lt;m_yearfmt&gt;&lt;begin val=&quot;0&quot;/&gt;&lt;end val=&quot;4&quot;/&gt;&lt;/m_yearfmt&gt;&lt;/m_precDefaultDay&gt;&lt;m_mruColor&gt;&lt;m_vecMRU length=&quot;0&quot;/&gt;&lt;/m_mruColor&gt;&lt;m_eweekdayFirstOfWeek val=&quot;1&quot;/&gt;&lt;m_eweekdayFirstOfWorkweek val=&quot;2&quot;/&gt;&lt;m_eweekdayFirstOfWeekend val=&quot;7&quot;/&gt;&lt;/CPresentation&gt;&lt;/root&gt;"/>
  <p:tag name="THINKCELLUNDODONOTDELETE" val="0"/>
  <p:tag name="DH_FLYSHEET_STYLE" val="1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Joq5LhxvTo63Xst0MH5ycA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M_SLIDE_TYPE" val="6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4SrwU8IrS7.hLHUQCFUw5Q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M_SLIDE_TYPE" val="6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4SrwU8IrS7.hLHUQCFUw5Q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4SrwU8IrS7.hLHUQCFUw5Q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M_SLIDE_TYPE" val="6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jT.VFowITYW8rZoBmhrijg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M_SLIDE_TYPE" val="6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nJe_6lejTkeeZhOOETvuQw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JTikczi7SZy9DeMqRd5few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EK0WoNYSTS6qUKdHNRXMUA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c0YGFs.0RHuD_wKkBEpCOw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oI3w7crGSFWjGX56jA_hbA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heme/theme1.xml><?xml version="1.0" encoding="utf-8"?>
<a:theme xmlns:a="http://schemas.openxmlformats.org/drawingml/2006/main" name="Office Theme">
  <a:themeElements>
    <a:clrScheme name="Synergy">
      <a:dk1>
        <a:sysClr val="windowText" lastClr="000000"/>
      </a:dk1>
      <a:lt1>
        <a:sysClr val="window" lastClr="FFFFFF"/>
      </a:lt1>
      <a:dk2>
        <a:srgbClr val="49A698"/>
      </a:dk2>
      <a:lt2>
        <a:srgbClr val="B4CAD6"/>
      </a:lt2>
      <a:accent1>
        <a:srgbClr val="49A698"/>
      </a:accent1>
      <a:accent2>
        <a:srgbClr val="CE4A57"/>
      </a:accent2>
      <a:accent3>
        <a:srgbClr val="54819B"/>
      </a:accent3>
      <a:accent4>
        <a:srgbClr val="363C40"/>
      </a:accent4>
      <a:accent5>
        <a:srgbClr val="C1C6C8"/>
      </a:accent5>
      <a:accent6>
        <a:srgbClr val="FFD965"/>
      </a:accent6>
      <a:hlink>
        <a:srgbClr val="7F7F7F"/>
      </a:hlink>
      <a:folHlink>
        <a:srgbClr val="5F6A7D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28ef67f8-a371-418b-9ddd-08008e32325d">
      <Terms xmlns="http://schemas.microsoft.com/office/infopath/2007/PartnerControls"/>
    </lcf76f155ced4ddcb4097134ff3c332f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173CC4C20675264187B103DA8D876018" ma:contentTypeVersion="12" ma:contentTypeDescription="Create a new document." ma:contentTypeScope="" ma:versionID="6931622fb6c206d6b16e811eee5c2fad">
  <xsd:schema xmlns:xsd="http://www.w3.org/2001/XMLSchema" xmlns:xs="http://www.w3.org/2001/XMLSchema" xmlns:p="http://schemas.microsoft.com/office/2006/metadata/properties" xmlns:ns2="28ef67f8-a371-418b-9ddd-08008e32325d" xmlns:ns3="2b3194d1-2806-4d14-9b25-51fa8ade83f9" targetNamespace="http://schemas.microsoft.com/office/2006/metadata/properties" ma:root="true" ma:fieldsID="b6e9e0b725432df05808ec78be72b674" ns2:_="" ns3:_="">
    <xsd:import namespace="28ef67f8-a371-418b-9ddd-08008e32325d"/>
    <xsd:import namespace="2b3194d1-2806-4d14-9b25-51fa8ade83f9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bjectDetectorVersions" minOccurs="0"/>
                <xsd:element ref="ns3:SharedWithUsers" minOccurs="0"/>
                <xsd:element ref="ns3:SharedWithDetails" minOccurs="0"/>
                <xsd:element ref="ns2:MediaServiceSearchProperties" minOccurs="0"/>
                <xsd:element ref="ns2:lcf76f155ced4ddcb4097134ff3c332f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DateTake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8ef67f8-a371-418b-9ddd-08008e32325d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13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lcf76f155ced4ddcb4097134ff3c332f" ma:index="15" nillable="true" ma:taxonomy="true" ma:internalName="lcf76f155ced4ddcb4097134ff3c332f" ma:taxonomyFieldName="MediaServiceImageTags" ma:displayName="Image Tags" ma:readOnly="false" ma:fieldId="{5cf76f15-5ced-4ddc-b409-7134ff3c332f}" ma:taxonomyMulti="true" ma:sspId="513a55d5-c9e3-4ca0-9595-4e0896c5e8c2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7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8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9" nillable="true" ma:displayName="MediaServiceDateTaken" ma:hidden="true" ma:indexed="true" ma:internalName="MediaServiceDateTake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b3194d1-2806-4d14-9b25-51fa8ade83f9" elementFormDefault="qualified">
    <xsd:import namespace="http://schemas.microsoft.com/office/2006/documentManagement/types"/>
    <xsd:import namespace="http://schemas.microsoft.com/office/infopath/2007/PartnerControls"/>
    <xsd:element name="SharedWithUsers" ma:index="11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2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83C20B91-513C-4A7C-91DA-4C9332A07A40}">
  <ds:schemaRefs>
    <ds:schemaRef ds:uri="28ef67f8-a371-418b-9ddd-08008e32325d"/>
    <ds:schemaRef ds:uri="2b3194d1-2806-4d14-9b25-51fa8ade83f9"/>
    <ds:schemaRef ds:uri="http://www.w3.org/XML/1998/namespace"/>
    <ds:schemaRef ds:uri="http://purl.org/dc/terms/"/>
    <ds:schemaRef ds:uri="http://purl.org/dc/dcmitype/"/>
    <ds:schemaRef ds:uri="http://purl.org/dc/elements/1.1/"/>
    <ds:schemaRef ds:uri="http://schemas.microsoft.com/office/2006/documentManagement/types"/>
    <ds:schemaRef ds:uri="http://schemas.openxmlformats.org/package/2006/metadata/core-properties"/>
    <ds:schemaRef ds:uri="http://schemas.microsoft.com/office/infopath/2007/PartnerControls"/>
    <ds:schemaRef ds:uri="http://schemas.microsoft.com/office/2006/metadata/properties"/>
  </ds:schemaRefs>
</ds:datastoreItem>
</file>

<file path=customXml/itemProps2.xml><?xml version="1.0" encoding="utf-8"?>
<ds:datastoreItem xmlns:ds="http://schemas.openxmlformats.org/officeDocument/2006/customXml" ds:itemID="{3BD46F75-04BC-4CEB-BFBF-FCBBE1C8E342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EB2D9FC7-CC55-4243-8239-CC98863D3081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28ef67f8-a371-418b-9ddd-08008e32325d"/>
    <ds:schemaRef ds:uri="2b3194d1-2806-4d14-9b25-51fa8ade83f9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77</TotalTime>
  <Words>18</Words>
  <Application>Microsoft Office PowerPoint</Application>
  <PresentationFormat>On-screen Show (4:3)</PresentationFormat>
  <Paragraphs>7</Paragraphs>
  <Slides>3</Slides>
  <Notes>0</Notes>
  <HiddenSlides>0</HiddenSlides>
  <MMClips>0</MMClips>
  <ScaleCrop>false</ScaleCrop>
  <HeadingPairs>
    <vt:vector size="8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11" baseType="lpstr">
      <vt:lpstr>Arial</vt:lpstr>
      <vt:lpstr>Calibri</vt:lpstr>
      <vt:lpstr>Courier New</vt:lpstr>
      <vt:lpstr>Goldplay Bold</vt:lpstr>
      <vt:lpstr>Goldplay Regular</vt:lpstr>
      <vt:lpstr>Wingdings</vt:lpstr>
      <vt:lpstr>Office Theme</vt:lpstr>
      <vt:lpstr>think-cell Slide</vt:lpstr>
      <vt:lpstr>PowerPoint Presentation</vt:lpstr>
      <vt:lpstr>New Patient Growth:  Joe </vt:lpstr>
      <vt:lpstr>New Patient Growth:  Joe 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SHP Corporate</dc:creator>
  <cp:lastModifiedBy>Kathryn Pring</cp:lastModifiedBy>
  <cp:revision>831</cp:revision>
  <cp:lastPrinted>2021-08-17T18:52:19Z</cp:lastPrinted>
  <dcterms:created xsi:type="dcterms:W3CDTF">2018-07-16T09:04:12Z</dcterms:created>
  <dcterms:modified xsi:type="dcterms:W3CDTF">2026-07-20T12:41:20Z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0x010100173CC4C20675264187B103DA8D876018</vt:lpwstr>
  </property>
  <property fmtid="{D5CDD505-2E9C-101B-9397-08002B2CF9AE}" pid="3" name="MediaServiceImageTags">
    <vt:lpwstr/>
  </property>
</Properties>
</file>