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ommentAuthors.xml" ContentType="application/vnd.openxmlformats-officedocument.presentationml.commentAuthors+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8"/>
  </p:notesMasterIdLst>
  <p:handoutMasterIdLst>
    <p:handoutMasterId r:id="rId9"/>
  </p:handoutMasterIdLst>
  <p:sldIdLst>
    <p:sldId id="437" r:id="rId5"/>
    <p:sldId id="564" r:id="rId6"/>
    <p:sldId id="565" r:id="rId7"/>
  </p:sldIdLst>
  <p:sldSz cx="9144000" cy="6858000" type="screen4x3"/>
  <p:notesSz cx="7010400" cy="9296400"/>
  <p:custDataLst>
    <p:tags r:id="rId10"/>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496" userDrawn="1">
          <p15:clr>
            <a:srgbClr val="A4A3A4"/>
          </p15:clr>
        </p15:guide>
        <p15:guide id="3" pos="31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randon Dexter" initials="BD" lastIdx="6" clrIdx="0">
    <p:extLst>
      <p:ext uri="{19B8F6BF-5375-455C-9EA6-DF929625EA0E}">
        <p15:presenceInfo xmlns:p15="http://schemas.microsoft.com/office/powerpoint/2012/main" userId="S::bdexter@mendelsonortho.com::d87bf048-f6b7-4ad7-bf59-86662dbf848c" providerId="AD"/>
      </p:ext>
    </p:extLst>
  </p:cmAuthor>
  <p:cmAuthor id="2" name="Jack Stoney" initials="JS" lastIdx="114" clrIdx="1">
    <p:extLst>
      <p:ext uri="{19B8F6BF-5375-455C-9EA6-DF929625EA0E}">
        <p15:presenceInfo xmlns:p15="http://schemas.microsoft.com/office/powerpoint/2012/main" userId="S::jstoney@martiscapital.com::65c1e58c-de89-400f-9457-916ff1d2b91d" providerId="AD"/>
      </p:ext>
    </p:extLst>
  </p:cmAuthor>
  <p:cmAuthor id="3" name="Greg Brown" initials="GB" lastIdx="2" clrIdx="2">
    <p:extLst>
      <p:ext uri="{19B8F6BF-5375-455C-9EA6-DF929625EA0E}">
        <p15:presenceInfo xmlns:p15="http://schemas.microsoft.com/office/powerpoint/2012/main" userId="S::gbrown_synergyhealth.org#ext#@martiscapital.com::49ca71f6-b5f4-48d4-9bab-566b605bf9a7" providerId="AD"/>
      </p:ext>
    </p:extLst>
  </p:cmAuthor>
  <p:cmAuthor id="4" name="dviellieu@synergyhealth.org" initials="dv" lastIdx="5" clrIdx="3">
    <p:extLst>
      <p:ext uri="{19B8F6BF-5375-455C-9EA6-DF929625EA0E}">
        <p15:presenceInfo xmlns:p15="http://schemas.microsoft.com/office/powerpoint/2012/main" userId="S::urn:spo:guest#dviellieu@synergyhealth.org::" providerId="AD"/>
      </p:ext>
    </p:extLst>
  </p:cmAuthor>
  <p:cmAuthor id="5" name="bdexter@synergyhealth.org" initials="bd" lastIdx="2" clrIdx="4">
    <p:extLst>
      <p:ext uri="{19B8F6BF-5375-455C-9EA6-DF929625EA0E}">
        <p15:presenceInfo xmlns:p15="http://schemas.microsoft.com/office/powerpoint/2012/main" userId="S::urn:spo:guest#bdexter@synergyhealth.org::"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9A698"/>
    <a:srgbClr val="54819B"/>
    <a:srgbClr val="363C40"/>
    <a:srgbClr val="CE4A57"/>
    <a:srgbClr val="4F6877"/>
    <a:srgbClr val="C1C6C8"/>
    <a:srgbClr val="E2E7EA"/>
    <a:srgbClr val="7EA7BD"/>
    <a:srgbClr val="474749"/>
    <a:srgbClr val="A2C9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1308" y="102"/>
      </p:cViewPr>
      <p:guideLst>
        <p:guide orient="horz" pos="2160"/>
        <p:guide pos="5496"/>
        <p:guide pos="312"/>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tags" Target="tags/tag1.xml"/><Relationship Id="rId11" Type="http://schemas.openxmlformats.org/officeDocument/2006/relationships/commentAuthors" Target="commentAuthors.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Actual</c:v>
                </c:pt>
              </c:strCache>
            </c:strRef>
          </c:tx>
          <c:spPr>
            <a:solidFill>
              <a:srgbClr val="49A698"/>
            </a:solidFill>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450</c:v>
                </c:pt>
                <c:pt idx="1">
                  <c:v>400</c:v>
                </c:pt>
                <c:pt idx="2">
                  <c:v>406</c:v>
                </c:pt>
                <c:pt idx="3">
                  <c:v>492</c:v>
                </c:pt>
                <c:pt idx="4">
                  <c:v>461</c:v>
                </c:pt>
                <c:pt idx="5">
                  <c:v>496</c:v>
                </c:pt>
              </c:numCache>
            </c:numRef>
          </c:val>
        </c:ser>
        <c:ser>
          <c:idx val="1"/>
          <c:order val="1"/>
          <c:tx>
            <c:strRef>
              <c:f>Sheet1!$C$1</c:f>
              <c:strCache>
                <c:ptCount val="1"/>
                <c:pt idx="0">
                  <c:v>Plan</c:v>
                </c:pt>
              </c:strCache>
            </c:strRef>
          </c:tx>
          <c:spPr>
            <a:solidFill>
              <a:srgbClr val="C1C6C8"/>
            </a:solidFill>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496</c:v>
                </c:pt>
                <c:pt idx="1">
                  <c:v>452</c:v>
                </c:pt>
                <c:pt idx="2">
                  <c:v>548</c:v>
                </c:pt>
                <c:pt idx="3">
                  <c:v>589</c:v>
                </c:pt>
                <c:pt idx="4">
                  <c:v>459</c:v>
                </c:pt>
                <c:pt idx="5">
                  <c:v>560</c:v>
                </c:pt>
              </c:numCache>
            </c:numRef>
          </c:val>
        </c:ser>
        <c:dLbls>
          <c:txPr>
            <a:bodyPr/>
            <a:lstStyle/>
            <a:p>
              <a:pPr>
                <a:defRPr sz="900" b="1">
                  <a:solidFill>
                    <a:srgbClr val="363C40"/>
                  </a:solidFill>
                  <a:latin typeface="Aria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1C6C8"/>
            </a:solidFill>
          </a:ln>
        </c:spPr>
        <c:txPr>
          <a:bodyPr/>
          <a:lstStyle/>
          <a:p>
            <a:pPr>
              <a:defRPr sz="1000">
                <a:solidFill>
                  <a:srgbClr val="363C40"/>
                </a:solidFill>
                <a:latin typeface="Arial"/>
              </a:defRPr>
            </a:pPr>
          </a:p>
        </c:txPr>
        <c:crossAx val="-2113994440"/>
        <c:crosses val="autoZero"/>
        <c:auto val="1"/>
        <c:lblAlgn val="ctr"/>
        <c:lblOffset val="100"/>
        <c:noMultiLvlLbl val="0"/>
      </c:catAx>
      <c:valAx>
        <c:axId val="-2113994440"/>
        <c:scaling>
          <c:max val="700.0"/>
          <c:min val="0.0"/>
        </c:scaling>
        <c:delete val="0"/>
        <c:axPos val="l"/>
        <c:majorGridlines>
          <c:spPr>
            <a:ln w="9525">
              <a:solidFill>
                <a:srgbClr val="E8EAEB"/>
              </a:solidFill>
            </a:ln>
          </c:spPr>
        </c:majorGridlines>
        <c:majorTickMark val="out"/>
        <c:minorTickMark val="none"/>
        <c:tickLblPos val="nextTo"/>
        <c:spPr>
          <a:ln>
            <a:noFill/>
          </a:ln>
        </c:spPr>
        <c:txPr>
          <a:bodyPr/>
          <a:lstStyle/>
          <a:p>
            <a:pPr>
              <a:defRPr sz="900">
                <a:solidFill>
                  <a:srgbClr val="6B7276"/>
                </a:solidFill>
                <a:latin typeface="Arial"/>
              </a:defRPr>
            </a:pPr>
          </a:p>
        </c:txPr>
        <c:crossAx val="-2068027336"/>
        <c:crosses val="autoZero"/>
      </c:valAx>
    </c:plotArea>
    <c:legend>
      <c:legendPos val="t"/>
      <c:overlay val="0"/>
      <c:txPr>
        <a:bodyPr/>
        <a:lstStyle/>
        <a:p>
          <a:pPr>
            <a:defRPr sz="1000">
              <a:solidFill>
                <a:srgbClr val="363C40"/>
              </a:solidFill>
              <a:latin typeface="Arial"/>
            </a:defRPr>
          </a:pPr>
        </a:p>
      </c:txPr>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Actual</c:v>
                </c:pt>
              </c:strCache>
            </c:strRef>
          </c:tx>
          <c:spPr>
            <a:solidFill>
              <a:srgbClr val="49A698"/>
            </a:solidFill>
          </c:spPr>
          <c:cat>
            <c:strRef>
              <c:f>Sheet1!$A$2:$A$4</c:f>
              <c:strCache>
                <c:ptCount val="3"/>
                <c:pt idx="0">
                  <c:v>Q1 (Jan–Mar)</c:v>
                </c:pt>
                <c:pt idx="1">
                  <c:v>Q2 (Apr–Jun)</c:v>
                </c:pt>
                <c:pt idx="2">
                  <c:v>Q3 (July only)</c:v>
                </c:pt>
              </c:strCache>
            </c:strRef>
          </c:cat>
          <c:val>
            <c:numRef>
              <c:f>Sheet1!$B$2:$B$4</c:f>
              <c:numCache>
                <c:formatCode>General</c:formatCode>
                <c:ptCount val="3"/>
                <c:pt idx="0">
                  <c:v>419</c:v>
                </c:pt>
                <c:pt idx="1">
                  <c:v>483</c:v>
                </c:pt>
                <c:pt idx="2">
                  <c:v>534</c:v>
                </c:pt>
              </c:numCache>
            </c:numRef>
          </c:val>
        </c:ser>
        <c:ser>
          <c:idx val="1"/>
          <c:order val="1"/>
          <c:tx>
            <c:strRef>
              <c:f>Sheet1!$C$1</c:f>
              <c:strCache>
                <c:ptCount val="1"/>
                <c:pt idx="0">
                  <c:v>Plan</c:v>
                </c:pt>
              </c:strCache>
            </c:strRef>
          </c:tx>
          <c:spPr>
            <a:solidFill>
              <a:srgbClr val="C1C6C8"/>
            </a:solidFill>
          </c:spPr>
          <c:cat>
            <c:strRef>
              <c:f>Sheet1!$A$2:$A$4</c:f>
              <c:strCache>
                <c:ptCount val="3"/>
                <c:pt idx="0">
                  <c:v>Q1 (Jan–Mar)</c:v>
                </c:pt>
                <c:pt idx="1">
                  <c:v>Q2 (Apr–Jun)</c:v>
                </c:pt>
                <c:pt idx="2">
                  <c:v>Q3 (July only)</c:v>
                </c:pt>
              </c:strCache>
            </c:strRef>
          </c:cat>
          <c:val>
            <c:numRef>
              <c:f>Sheet1!$C$2:$C$4</c:f>
              <c:numCache>
                <c:formatCode>General</c:formatCode>
                <c:ptCount val="3"/>
                <c:pt idx="0">
                  <c:v>498</c:v>
                </c:pt>
                <c:pt idx="1">
                  <c:v>536</c:v>
                </c:pt>
                <c:pt idx="2">
                  <c:v>524</c:v>
                </c:pt>
              </c:numCache>
            </c:numRef>
          </c:val>
        </c:ser>
        <c:dLbls>
          <c:txPr>
            <a:bodyPr/>
            <a:lstStyle/>
            <a:p>
              <a:pPr>
                <a:defRPr sz="900" b="1">
                  <a:solidFill>
                    <a:srgbClr val="363C40"/>
                  </a:solidFill>
                  <a:latin typeface="Aria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inMax"/>
        </c:scaling>
        <c:delete val="0"/>
        <c:axPos val="b"/>
        <c:majorTickMark val="out"/>
        <c:minorTickMark val="none"/>
        <c:tickLblPos val="nextTo"/>
        <c:spPr>
          <a:ln>
            <a:solidFill>
              <a:srgbClr val="C1C6C8"/>
            </a:solidFill>
          </a:ln>
        </c:spPr>
        <c:txPr>
          <a:bodyPr/>
          <a:lstStyle/>
          <a:p>
            <a:pPr>
              <a:defRPr sz="1000">
                <a:solidFill>
                  <a:srgbClr val="363C40"/>
                </a:solidFill>
                <a:latin typeface="Arial"/>
              </a:defRPr>
            </a:pPr>
          </a:p>
        </c:txPr>
        <c:crossAx val="-2113994440"/>
        <c:crosses val="autoZero"/>
        <c:auto val="1"/>
        <c:lblAlgn val="ctr"/>
        <c:lblOffset val="100"/>
        <c:noMultiLvlLbl val="0"/>
      </c:catAx>
      <c:valAx>
        <c:axId val="-2113994440"/>
        <c:scaling>
          <c:max val="640.0"/>
          <c:min val="0.0"/>
        </c:scaling>
        <c:delete val="0"/>
        <c:axPos val="l"/>
        <c:majorGridlines>
          <c:spPr>
            <a:ln w="9525">
              <a:solidFill>
                <a:srgbClr val="E8EAEB"/>
              </a:solidFill>
            </a:ln>
          </c:spPr>
        </c:majorGridlines>
        <c:majorTickMark val="out"/>
        <c:minorTickMark val="none"/>
        <c:tickLblPos val="nextTo"/>
        <c:spPr>
          <a:ln>
            <a:noFill/>
          </a:ln>
        </c:spPr>
        <c:txPr>
          <a:bodyPr/>
          <a:lstStyle/>
          <a:p>
            <a:pPr>
              <a:defRPr sz="900">
                <a:solidFill>
                  <a:srgbClr val="6B7276"/>
                </a:solidFill>
                <a:latin typeface="Arial"/>
              </a:defRPr>
            </a:pPr>
          </a:p>
        </c:txPr>
        <c:crossAx val="-2068027336"/>
        <c:crosses val="autoZero"/>
      </c:valAx>
    </c:plotArea>
    <c:legend>
      <c:legendPos val="t"/>
      <c:overlay val="0"/>
      <c:txPr>
        <a:bodyPr/>
        <a:lstStyle/>
        <a:p>
          <a:pPr>
            <a:defRPr sz="1000">
              <a:solidFill>
                <a:srgbClr val="363C40"/>
              </a:solidFill>
              <a:latin typeface="Arial"/>
            </a:defRPr>
          </a:pPr>
        </a:p>
      </c:txPr>
    </c:legend>
    <c:dispBlanksAs val="gap"/>
  </c:chart>
  <c:txPr>
    <a:bodyPr/>
    <a:lstStyle/>
    <a:p>
      <a:pPr>
        <a:defRPr sz="1800"/>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CD5C84C-3DB3-44AC-A425-5FCAD0EB8C94}"/>
              </a:ext>
            </a:extLst>
          </p:cNvPr>
          <p:cNvSpPr>
            <a:spLocks noGrp="1"/>
          </p:cNvSpPr>
          <p:nvPr>
            <p:ph type="hdr" sz="quarter"/>
          </p:nvPr>
        </p:nvSpPr>
        <p:spPr>
          <a:xfrm>
            <a:off x="0" y="0"/>
            <a:ext cx="3037840" cy="466435"/>
          </a:xfrm>
          <a:prstGeom prst="rect">
            <a:avLst/>
          </a:prstGeom>
        </p:spPr>
        <p:txBody>
          <a:bodyPr vert="horz" lIns="93176" tIns="46588" rIns="93176" bIns="46588" rtlCol="0"/>
          <a:lstStyle>
            <a:lvl1pPr algn="l">
              <a:defRPr sz="1200"/>
            </a:lvl1pPr>
          </a:lstStyle>
          <a:p>
            <a:endParaRPr lang="en-US"/>
          </a:p>
        </p:txBody>
      </p:sp>
      <p:sp>
        <p:nvSpPr>
          <p:cNvPr id="3" name="Date Placeholder 2">
            <a:extLst>
              <a:ext uri="{FF2B5EF4-FFF2-40B4-BE49-F238E27FC236}">
                <a16:creationId xmlns:a16="http://schemas.microsoft.com/office/drawing/2014/main" id="{E4FBFA3E-F13E-41EB-A70B-E54E386FCEBA}"/>
              </a:ext>
            </a:extLst>
          </p:cNvPr>
          <p:cNvSpPr>
            <a:spLocks noGrp="1"/>
          </p:cNvSpPr>
          <p:nvPr>
            <p:ph type="dt" sz="quarter" idx="1"/>
          </p:nvPr>
        </p:nvSpPr>
        <p:spPr>
          <a:xfrm>
            <a:off x="3970939" y="0"/>
            <a:ext cx="3037840" cy="466435"/>
          </a:xfrm>
          <a:prstGeom prst="rect">
            <a:avLst/>
          </a:prstGeom>
        </p:spPr>
        <p:txBody>
          <a:bodyPr vert="horz" lIns="93176" tIns="46588" rIns="93176" bIns="46588" rtlCol="0"/>
          <a:lstStyle>
            <a:lvl1pPr algn="r">
              <a:defRPr sz="1200"/>
            </a:lvl1pPr>
          </a:lstStyle>
          <a:p>
            <a:fld id="{1FAB254B-F611-48C2-917B-7AB8BF6A14DB}" type="datetimeFigureOut">
              <a:rPr lang="en-US" smtClean="0"/>
              <a:t>7/20/2026</a:t>
            </a:fld>
            <a:endParaRPr lang="en-US"/>
          </a:p>
        </p:txBody>
      </p:sp>
      <p:sp>
        <p:nvSpPr>
          <p:cNvPr id="4" name="Footer Placeholder 3">
            <a:extLst>
              <a:ext uri="{FF2B5EF4-FFF2-40B4-BE49-F238E27FC236}">
                <a16:creationId xmlns:a16="http://schemas.microsoft.com/office/drawing/2014/main" id="{012C8D99-467B-425F-9D2F-6475A4F9FD63}"/>
              </a:ext>
            </a:extLst>
          </p:cNvPr>
          <p:cNvSpPr>
            <a:spLocks noGrp="1"/>
          </p:cNvSpPr>
          <p:nvPr>
            <p:ph type="ftr" sz="quarter" idx="2"/>
          </p:nvPr>
        </p:nvSpPr>
        <p:spPr>
          <a:xfrm>
            <a:off x="0" y="8829968"/>
            <a:ext cx="3037840" cy="466434"/>
          </a:xfrm>
          <a:prstGeom prst="rect">
            <a:avLst/>
          </a:prstGeom>
        </p:spPr>
        <p:txBody>
          <a:bodyPr vert="horz" lIns="93176" tIns="46588" rIns="93176" bIns="46588"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63DD916-A9CA-42D3-8610-D38A021886A3}"/>
              </a:ext>
            </a:extLst>
          </p:cNvPr>
          <p:cNvSpPr>
            <a:spLocks noGrp="1"/>
          </p:cNvSpPr>
          <p:nvPr>
            <p:ph type="sldNum" sz="quarter" idx="3"/>
          </p:nvPr>
        </p:nvSpPr>
        <p:spPr>
          <a:xfrm>
            <a:off x="3970939" y="8829968"/>
            <a:ext cx="3037840" cy="466434"/>
          </a:xfrm>
          <a:prstGeom prst="rect">
            <a:avLst/>
          </a:prstGeom>
        </p:spPr>
        <p:txBody>
          <a:bodyPr vert="horz" lIns="93176" tIns="46588" rIns="93176" bIns="46588" rtlCol="0" anchor="b"/>
          <a:lstStyle>
            <a:lvl1pPr algn="r">
              <a:defRPr sz="1200"/>
            </a:lvl1pPr>
          </a:lstStyle>
          <a:p>
            <a:fld id="{FEFF31C2-A188-4A90-AF4D-F796787D26EE}" type="slidenum">
              <a:rPr lang="en-US" smtClean="0"/>
              <a:t>‹#›</a:t>
            </a:fld>
            <a:endParaRPr lang="en-US"/>
          </a:p>
        </p:txBody>
      </p:sp>
    </p:spTree>
    <p:extLst>
      <p:ext uri="{BB962C8B-B14F-4D97-AF65-F5344CB8AC3E}">
        <p14:creationId xmlns:p14="http://schemas.microsoft.com/office/powerpoint/2010/main" val="2732330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5"/>
          </a:xfrm>
          <a:prstGeom prst="rect">
            <a:avLst/>
          </a:prstGeom>
        </p:spPr>
        <p:txBody>
          <a:bodyPr vert="horz" lIns="93176" tIns="46588" rIns="93176" bIns="46588" rtlCol="0"/>
          <a:lstStyle>
            <a:lvl1pPr algn="l">
              <a:defRPr sz="1200"/>
            </a:lvl1pPr>
          </a:lstStyle>
          <a:p>
            <a:endParaRPr lang="en-US"/>
          </a:p>
        </p:txBody>
      </p:sp>
      <p:sp>
        <p:nvSpPr>
          <p:cNvPr id="3" name="Date Placeholder 2"/>
          <p:cNvSpPr>
            <a:spLocks noGrp="1"/>
          </p:cNvSpPr>
          <p:nvPr>
            <p:ph type="dt" idx="1"/>
          </p:nvPr>
        </p:nvSpPr>
        <p:spPr>
          <a:xfrm>
            <a:off x="3970939" y="0"/>
            <a:ext cx="3037840" cy="466435"/>
          </a:xfrm>
          <a:prstGeom prst="rect">
            <a:avLst/>
          </a:prstGeom>
        </p:spPr>
        <p:txBody>
          <a:bodyPr vert="horz" lIns="93176" tIns="46588" rIns="93176" bIns="46588" rtlCol="0"/>
          <a:lstStyle>
            <a:lvl1pPr algn="r">
              <a:defRPr sz="1200"/>
            </a:lvl1pPr>
          </a:lstStyle>
          <a:p>
            <a:fld id="{2B57E803-7EBB-4891-8667-B9C3DF38666F}" type="datetimeFigureOut">
              <a:rPr lang="en-US" smtClean="0"/>
              <a:t>7/20/2026</a:t>
            </a:fld>
            <a:endParaRPr lang="en-US"/>
          </a:p>
        </p:txBody>
      </p:sp>
      <p:sp>
        <p:nvSpPr>
          <p:cNvPr id="4" name="Slide Image Placeholder 3"/>
          <p:cNvSpPr>
            <a:spLocks noGrp="1" noRot="1" noChangeAspect="1"/>
          </p:cNvSpPr>
          <p:nvPr>
            <p:ph type="sldImg" idx="2"/>
          </p:nvPr>
        </p:nvSpPr>
        <p:spPr>
          <a:xfrm>
            <a:off x="1412875" y="1162050"/>
            <a:ext cx="4184650" cy="3138488"/>
          </a:xfrm>
          <a:prstGeom prst="rect">
            <a:avLst/>
          </a:prstGeom>
          <a:noFill/>
          <a:ln w="12700">
            <a:solidFill>
              <a:prstClr val="black"/>
            </a:solidFill>
          </a:ln>
        </p:spPr>
        <p:txBody>
          <a:bodyPr vert="horz" lIns="93176" tIns="46588" rIns="93176" bIns="46588"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3176" tIns="46588" rIns="93176" bIns="46588"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4"/>
          </a:xfrm>
          <a:prstGeom prst="rect">
            <a:avLst/>
          </a:prstGeom>
        </p:spPr>
        <p:txBody>
          <a:bodyPr vert="horz" lIns="93176" tIns="46588" rIns="93176" bIns="46588" rtlCol="0" anchor="b"/>
          <a:lstStyle>
            <a:lvl1pPr algn="l">
              <a:defRPr sz="1200"/>
            </a:lvl1pPr>
          </a:lstStyle>
          <a:p>
            <a:endParaRPr lang="en-US"/>
          </a:p>
        </p:txBody>
      </p:sp>
      <p:sp>
        <p:nvSpPr>
          <p:cNvPr id="7" name="Slide Number Placeholder 6"/>
          <p:cNvSpPr>
            <a:spLocks noGrp="1"/>
          </p:cNvSpPr>
          <p:nvPr>
            <p:ph type="sldNum" sz="quarter" idx="5"/>
          </p:nvPr>
        </p:nvSpPr>
        <p:spPr>
          <a:xfrm>
            <a:off x="3970939" y="8829968"/>
            <a:ext cx="3037840" cy="466434"/>
          </a:xfrm>
          <a:prstGeom prst="rect">
            <a:avLst/>
          </a:prstGeom>
        </p:spPr>
        <p:txBody>
          <a:bodyPr vert="horz" lIns="93176" tIns="46588" rIns="93176" bIns="46588" rtlCol="0" anchor="b"/>
          <a:lstStyle>
            <a:lvl1pPr algn="r">
              <a:defRPr sz="1200"/>
            </a:lvl1pPr>
          </a:lstStyle>
          <a:p>
            <a:fld id="{47642FBD-59CF-4DC2-9618-D08EE4696FE6}" type="slidenum">
              <a:rPr lang="en-US" smtClean="0"/>
              <a:t>‹#›</a:t>
            </a:fld>
            <a:endParaRPr lang="en-US"/>
          </a:p>
        </p:txBody>
      </p:sp>
    </p:spTree>
    <p:extLst>
      <p:ext uri="{BB962C8B-B14F-4D97-AF65-F5344CB8AC3E}">
        <p14:creationId xmlns:p14="http://schemas.microsoft.com/office/powerpoint/2010/main" val="22245026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3.emf"/><Relationship Id="rId5" Type="http://schemas.openxmlformats.org/officeDocument/2006/relationships/image" Target="../media/image4.png"/><Relationship Id="rId6"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1.emf"/></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tags" Target="../tags/tag9.xml"/><Relationship Id="rId3" Type="http://schemas.openxmlformats.org/officeDocument/2006/relationships/tags" Target="../tags/tag10.xml"/><Relationship Id="rId4" Type="http://schemas.openxmlformats.org/officeDocument/2006/relationships/slideMaster" Target="../slideMasters/slideMaster1.xml"/><Relationship Id="rId5" Type="http://schemas.openxmlformats.org/officeDocument/2006/relationships/oleObject" Target="../embeddings/oleObject3.bin"/><Relationship Id="rId6" Type="http://schemas.openxmlformats.org/officeDocument/2006/relationships/image" Target="../media/image1.emf"/></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tags" Target="../tags/tag12.xml"/><Relationship Id="rId3" Type="http://schemas.openxmlformats.org/officeDocument/2006/relationships/slideMaster" Target="../slideMasters/slideMaster1.xml"/><Relationship Id="rId4" Type="http://schemas.openxmlformats.org/officeDocument/2006/relationships/oleObject" Target="../embeddings/oleObject4.bin"/><Relationship Id="rId5" Type="http://schemas.openxmlformats.org/officeDocument/2006/relationships/image" Target="../media/image1.emf"/></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tags" Target="../tags/tag14.xml"/><Relationship Id="rId3" Type="http://schemas.openxmlformats.org/officeDocument/2006/relationships/tags" Target="../tags/tag15.xml"/><Relationship Id="rId4" Type="http://schemas.openxmlformats.org/officeDocument/2006/relationships/slideMaster" Target="../slideMasters/slideMaster1.xml"/><Relationship Id="rId5" Type="http://schemas.openxmlformats.org/officeDocument/2006/relationships/oleObject" Target="../embeddings/oleObject5.bin"/><Relationship Id="rId6" Type="http://schemas.openxmlformats.org/officeDocument/2006/relationships/image" Target="../media/image1.emf"/></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tags" Target="../tags/tag17.xml"/><Relationship Id="rId3" Type="http://schemas.openxmlformats.org/officeDocument/2006/relationships/tags" Target="../tags/tag18.xml"/><Relationship Id="rId4" Type="http://schemas.openxmlformats.org/officeDocument/2006/relationships/slideMaster" Target="../slideMasters/slideMaster1.xml"/><Relationship Id="rId5" Type="http://schemas.openxmlformats.org/officeDocument/2006/relationships/oleObject" Target="../embeddings/oleObject6.bin"/><Relationship Id="rId6"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tags" Target="../tags/tag20.xml"/><Relationship Id="rId3" Type="http://schemas.openxmlformats.org/officeDocument/2006/relationships/slideMaster" Target="../slideMasters/slideMaster1.xml"/><Relationship Id="rId4" Type="http://schemas.openxmlformats.org/officeDocument/2006/relationships/oleObject" Target="../embeddings/oleObject7.bin"/><Relationship Id="rId5"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tags" Target="../tags/tag22.xml"/><Relationship Id="rId3" Type="http://schemas.openxmlformats.org/officeDocument/2006/relationships/slideMaster" Target="../slideMasters/slideMaster1.xml"/><Relationship Id="rId4" Type="http://schemas.openxmlformats.org/officeDocument/2006/relationships/oleObject" Target="../embeddings/oleObject8.bin"/><Relationship Id="rId5"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tags" Target="../tags/tag24.xml"/><Relationship Id="rId3" Type="http://schemas.openxmlformats.org/officeDocument/2006/relationships/slideMaster" Target="../slideMasters/slideMaster1.xml"/><Relationship Id="rId4" Type="http://schemas.openxmlformats.org/officeDocument/2006/relationships/oleObject" Target="../embeddings/oleObject9.bin"/><Relationship Id="rId5"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tags" Target="../tags/tag26.xml"/><Relationship Id="rId3" Type="http://schemas.openxmlformats.org/officeDocument/2006/relationships/slideMaster" Target="../slideMasters/slideMaster1.xml"/><Relationship Id="rId4" Type="http://schemas.openxmlformats.org/officeDocument/2006/relationships/oleObject" Target="../embeddings/oleObject10.bin"/><Relationship Id="rId5"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E88F8950-5CF2-4207-A81B-F14DDF8B930D}"/>
              </a:ext>
            </a:extLst>
          </p:cNvPr>
          <p:cNvGraphicFramePr>
            <a:graphicFrameLocks noChangeAspect="1"/>
          </p:cNvGraphicFramePr>
          <p:nvPr userDrawn="1">
            <p:custDataLst>
              <p:tags r:id="rId1"/>
            </p:custDataLst>
            <p:extLst>
              <p:ext uri="{D42A27DB-BD31-4B8C-83A1-F6EECF244321}">
                <p14:modId xmlns:p14="http://schemas.microsoft.com/office/powerpoint/2010/main" val="12188704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4" name="Object 3" hidden="1">
                        <a:extLst>
                          <a:ext uri="{FF2B5EF4-FFF2-40B4-BE49-F238E27FC236}">
                            <a16:creationId xmlns:a16="http://schemas.microsoft.com/office/drawing/2014/main" id="{E88F8950-5CF2-4207-A81B-F14DDF8B930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0" name="Rectangle 29">
            <a:extLst>
              <a:ext uri="{FF2B5EF4-FFF2-40B4-BE49-F238E27FC236}">
                <a16:creationId xmlns:a16="http://schemas.microsoft.com/office/drawing/2014/main" id="{756CA2E9-03EC-416C-931E-A8DC5ACD3C06}"/>
              </a:ext>
            </a:extLst>
          </p:cNvPr>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synergy-background.png" descr="synergy-background.png">
            <a:extLst>
              <a:ext uri="{FF2B5EF4-FFF2-40B4-BE49-F238E27FC236}">
                <a16:creationId xmlns:a16="http://schemas.microsoft.com/office/drawing/2014/main" id="{B136BB43-368F-4C0E-946B-ED35264EC890}"/>
              </a:ext>
            </a:extLst>
          </p:cNvPr>
          <p:cNvPicPr>
            <a:picLocks noChangeAspect="1"/>
          </p:cNvPicPr>
          <p:nvPr userDrawn="1"/>
        </p:nvPicPr>
        <p:blipFill rotWithShape="1">
          <a:blip r:embed="rId5"/>
          <a:srcRect b="-428"/>
          <a:stretch/>
        </p:blipFill>
        <p:spPr>
          <a:xfrm>
            <a:off x="-55688" y="0"/>
            <a:ext cx="9494980" cy="5363787"/>
          </a:xfrm>
          <a:prstGeom prst="rect">
            <a:avLst/>
          </a:prstGeom>
          <a:ln w="12700">
            <a:miter lim="400000"/>
          </a:ln>
        </p:spPr>
      </p:pic>
      <p:pic>
        <p:nvPicPr>
          <p:cNvPr id="22" name="synergy-background.png" descr="synergy-background.png">
            <a:extLst>
              <a:ext uri="{FF2B5EF4-FFF2-40B4-BE49-F238E27FC236}">
                <a16:creationId xmlns:a16="http://schemas.microsoft.com/office/drawing/2014/main" id="{52576FDC-F1E7-4D02-99E1-2D31968EE3B4}"/>
              </a:ext>
            </a:extLst>
          </p:cNvPr>
          <p:cNvPicPr>
            <a:picLocks noChangeAspect="1"/>
          </p:cNvPicPr>
          <p:nvPr userDrawn="1"/>
        </p:nvPicPr>
        <p:blipFill rotWithShape="1">
          <a:blip r:embed="rId5"/>
          <a:srcRect t="11209" b="60386"/>
          <a:stretch/>
        </p:blipFill>
        <p:spPr>
          <a:xfrm>
            <a:off x="-1172" y="5340927"/>
            <a:ext cx="9494980" cy="1517074"/>
          </a:xfrm>
          <a:prstGeom prst="rect">
            <a:avLst/>
          </a:prstGeom>
          <a:ln w="12700">
            <a:miter lim="400000"/>
          </a:ln>
        </p:spPr>
      </p:pic>
      <p:sp>
        <p:nvSpPr>
          <p:cNvPr id="9" name="Rectangle 8">
            <a:extLst>
              <a:ext uri="{FF2B5EF4-FFF2-40B4-BE49-F238E27FC236}">
                <a16:creationId xmlns:a16="http://schemas.microsoft.com/office/drawing/2014/main" id="{AE617F00-FAFA-43A5-AB5F-82AEDC39BE86}"/>
              </a:ext>
            </a:extLst>
          </p:cNvPr>
          <p:cNvSpPr/>
          <p:nvPr userDrawn="1"/>
        </p:nvSpPr>
        <p:spPr>
          <a:xfrm>
            <a:off x="-1066800" y="752475"/>
            <a:ext cx="695325" cy="495286"/>
          </a:xfrm>
          <a:prstGeom prst="rect">
            <a:avLst/>
          </a:prstGeom>
          <a:solidFill>
            <a:srgbClr val="49A69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3ADBCDD-81E5-4370-99B8-0CC85F9FDB19}"/>
              </a:ext>
            </a:extLst>
          </p:cNvPr>
          <p:cNvSpPr/>
          <p:nvPr userDrawn="1"/>
        </p:nvSpPr>
        <p:spPr>
          <a:xfrm>
            <a:off x="-1066800" y="1362075"/>
            <a:ext cx="695325" cy="495286"/>
          </a:xfrm>
          <a:prstGeom prst="rect">
            <a:avLst/>
          </a:prstGeom>
          <a:solidFill>
            <a:srgbClr val="CE4A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2C80A3D-CCAC-407F-900F-86D64D4481D4}"/>
              </a:ext>
            </a:extLst>
          </p:cNvPr>
          <p:cNvSpPr/>
          <p:nvPr userDrawn="1"/>
        </p:nvSpPr>
        <p:spPr>
          <a:xfrm>
            <a:off x="-1066800" y="1933575"/>
            <a:ext cx="695325" cy="495286"/>
          </a:xfrm>
          <a:prstGeom prst="rect">
            <a:avLst/>
          </a:prstGeom>
          <a:solidFill>
            <a:srgbClr val="54819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4B85E21-61C2-4CF6-837A-6C4F4A058E41}"/>
              </a:ext>
            </a:extLst>
          </p:cNvPr>
          <p:cNvSpPr/>
          <p:nvPr userDrawn="1"/>
        </p:nvSpPr>
        <p:spPr>
          <a:xfrm>
            <a:off x="-1066800" y="2514600"/>
            <a:ext cx="695325" cy="495286"/>
          </a:xfrm>
          <a:prstGeom prst="rect">
            <a:avLst/>
          </a:prstGeom>
          <a:solidFill>
            <a:srgbClr val="363C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32578C0-519E-46B8-84F2-040D9EA8C21D}"/>
              </a:ext>
            </a:extLst>
          </p:cNvPr>
          <p:cNvSpPr/>
          <p:nvPr userDrawn="1"/>
        </p:nvSpPr>
        <p:spPr>
          <a:xfrm>
            <a:off x="-1066800" y="3190875"/>
            <a:ext cx="695325" cy="495286"/>
          </a:xfrm>
          <a:prstGeom prst="rect">
            <a:avLst/>
          </a:prstGeom>
          <a:solidFill>
            <a:srgbClr val="E2E7E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7FB5361-F6C6-4311-8198-6312D00BA7D6}"/>
              </a:ext>
            </a:extLst>
          </p:cNvPr>
          <p:cNvSpPr/>
          <p:nvPr userDrawn="1"/>
        </p:nvSpPr>
        <p:spPr>
          <a:xfrm>
            <a:off x="-1066800" y="3848100"/>
            <a:ext cx="695325" cy="495286"/>
          </a:xfrm>
          <a:prstGeom prst="rect">
            <a:avLst/>
          </a:prstGeom>
          <a:solidFill>
            <a:srgbClr val="C1C6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synergy-logo.png" descr="synergy-logo.png">
            <a:extLst>
              <a:ext uri="{FF2B5EF4-FFF2-40B4-BE49-F238E27FC236}">
                <a16:creationId xmlns:a16="http://schemas.microsoft.com/office/drawing/2014/main" id="{D1263717-9E62-48C0-9B2B-28E994785C90}"/>
              </a:ext>
            </a:extLst>
          </p:cNvPr>
          <p:cNvPicPr>
            <a:picLocks noChangeAspect="1"/>
          </p:cNvPicPr>
          <p:nvPr userDrawn="1"/>
        </p:nvPicPr>
        <p:blipFill>
          <a:blip r:embed="rId6"/>
          <a:srcRect/>
          <a:stretch>
            <a:fillRect/>
          </a:stretch>
        </p:blipFill>
        <p:spPr>
          <a:xfrm>
            <a:off x="5214255" y="2553789"/>
            <a:ext cx="3611137" cy="2031265"/>
          </a:xfrm>
          <a:prstGeom prst="rect">
            <a:avLst/>
          </a:prstGeom>
          <a:ln w="12700">
            <a:miter lim="400000"/>
          </a:ln>
        </p:spPr>
      </p:pic>
    </p:spTree>
    <p:extLst>
      <p:ext uri="{BB962C8B-B14F-4D97-AF65-F5344CB8AC3E}">
        <p14:creationId xmlns:p14="http://schemas.microsoft.com/office/powerpoint/2010/main" val="2833544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ext Slide">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4B96F7D1-5FA0-42D0-AA55-E61B3D7877F8}"/>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6" hidden="1">
            <a:extLst>
              <a:ext uri="{FF2B5EF4-FFF2-40B4-BE49-F238E27FC236}">
                <a16:creationId xmlns:a16="http://schemas.microsoft.com/office/drawing/2014/main" id="{D568BCE0-1213-4366-8B2C-D93A595544AA}"/>
              </a:ext>
            </a:extLst>
          </p:cNvPr>
          <p:cNvGraphicFramePr>
            <a:graphicFrameLocks noChangeAspect="1"/>
          </p:cNvGraphicFramePr>
          <p:nvPr userDrawn="1">
            <p:custDataLst>
              <p:tags r:id="rId2"/>
            </p:custDataLst>
            <p:extLst>
              <p:ext uri="{D42A27DB-BD31-4B8C-83A1-F6EECF244321}">
                <p14:modId xmlns:p14="http://schemas.microsoft.com/office/powerpoint/2010/main" val="2169168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4" progId="TCLayout.ActiveDocument.1">
                  <p:embed/>
                </p:oleObj>
              </mc:Choice>
              <mc:Fallback>
                <p:oleObj name="think-cell Slide" r:id="rId5" imgW="592" imgH="594" progId="TCLayout.ActiveDocument.1">
                  <p:embed/>
                  <p:pic>
                    <p:nvPicPr>
                      <p:cNvPr id="7" name="Object 6" hidden="1">
                        <a:extLst>
                          <a:ext uri="{FF2B5EF4-FFF2-40B4-BE49-F238E27FC236}">
                            <a16:creationId xmlns:a16="http://schemas.microsoft.com/office/drawing/2014/main" id="{D568BCE0-1213-4366-8B2C-D93A595544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450BAF-29BB-4CB3-ABEF-E1E4DB6880D7}"/>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vert="horz"/>
          <a:lstStyle>
            <a:lvl1pPr>
              <a:defRPr>
                <a:latin typeface="Goldplay Bold" panose="00000800000000000000" pitchFamily="50" charset="0"/>
              </a:defRPr>
            </a:lvl1p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p:nvPr>
        </p:nvSpPr>
        <p:spPr>
          <a:xfrm>
            <a:off x="230188" y="933777"/>
            <a:ext cx="8686800" cy="5303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65D9B125-A662-4ADA-BE5E-E5E6FF9CD33E}"/>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9" name="Slide Number Placeholder 5">
            <a:extLst>
              <a:ext uri="{FF2B5EF4-FFF2-40B4-BE49-F238E27FC236}">
                <a16:creationId xmlns:a16="http://schemas.microsoft.com/office/drawing/2014/main" id="{60215648-7409-4007-B4A4-2DAD693C596A}"/>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11670773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ext Slide">
    <p:spTree>
      <p:nvGrpSpPr>
        <p:cNvPr id="1" name=""/>
        <p:cNvGrpSpPr/>
        <p:nvPr/>
      </p:nvGrpSpPr>
      <p:grpSpPr>
        <a:xfrm>
          <a:off x="0" y="0"/>
          <a:ext cx="0" cy="0"/>
          <a:chOff x="0" y="0"/>
          <a:chExt cx="0" cy="0"/>
        </a:xfrm>
      </p:grpSpPr>
      <p:sp>
        <p:nvSpPr>
          <p:cNvPr id="13" name="Do not remove" hidden="1">
            <a:extLst>
              <a:ext uri="{FF2B5EF4-FFF2-40B4-BE49-F238E27FC236}">
                <a16:creationId xmlns:a16="http://schemas.microsoft.com/office/drawing/2014/main" id="{07C79932-994B-4C52-A9A9-E9CAD444613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Object 6" hidden="1">
            <a:extLst>
              <a:ext uri="{FF2B5EF4-FFF2-40B4-BE49-F238E27FC236}">
                <a16:creationId xmlns:a16="http://schemas.microsoft.com/office/drawing/2014/main" id="{D568BCE0-1213-4366-8B2C-D93A595544AA}"/>
              </a:ext>
            </a:extLst>
          </p:cNvPr>
          <p:cNvGraphicFramePr>
            <a:graphicFrameLocks noChangeAspect="1"/>
          </p:cNvGraphicFramePr>
          <p:nvPr userDrawn="1">
            <p:custDataLst>
              <p:tags r:id="rId2"/>
            </p:custDataLst>
            <p:extLst>
              <p:ext uri="{D42A27DB-BD31-4B8C-83A1-F6EECF244321}">
                <p14:modId xmlns:p14="http://schemas.microsoft.com/office/powerpoint/2010/main" val="21691681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4" progId="TCLayout.ActiveDocument.1">
                  <p:embed/>
                </p:oleObj>
              </mc:Choice>
              <mc:Fallback>
                <p:oleObj name="think-cell Slide" r:id="rId5" imgW="592" imgH="594" progId="TCLayout.ActiveDocument.1">
                  <p:embed/>
                  <p:pic>
                    <p:nvPicPr>
                      <p:cNvPr id="7" name="Object 6" hidden="1">
                        <a:extLst>
                          <a:ext uri="{FF2B5EF4-FFF2-40B4-BE49-F238E27FC236}">
                            <a16:creationId xmlns:a16="http://schemas.microsoft.com/office/drawing/2014/main" id="{D568BCE0-1213-4366-8B2C-D93A595544AA}"/>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450BAF-29BB-4CB3-ABEF-E1E4DB6880D7}"/>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vert="horz"/>
          <a:lstStyle>
            <a:lvl1pPr>
              <a:defRPr>
                <a:latin typeface="Goldplay Bold" panose="00000800000000000000" pitchFamily="50" charset="0"/>
              </a:defRPr>
            </a:lvl1p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p:nvPr>
        </p:nvSpPr>
        <p:spPr>
          <a:xfrm>
            <a:off x="230188" y="933777"/>
            <a:ext cx="8686800" cy="530352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65D9B125-A662-4ADA-BE5E-E5E6FF9CD33E}"/>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9" name="Slide Number Placeholder 5">
            <a:extLst>
              <a:ext uri="{FF2B5EF4-FFF2-40B4-BE49-F238E27FC236}">
                <a16:creationId xmlns:a16="http://schemas.microsoft.com/office/drawing/2014/main" id="{60215648-7409-4007-B4A4-2DAD693C596A}"/>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11670773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Slide">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D568BCE0-1213-4366-8B2C-D93A595544AA}"/>
              </a:ext>
            </a:extLst>
          </p:cNvPr>
          <p:cNvGraphicFramePr>
            <a:graphicFrameLocks noChangeAspect="1"/>
          </p:cNvGraphicFramePr>
          <p:nvPr userDrawn="1">
            <p:custDataLst>
              <p:tags r:id="rId1"/>
            </p:custDataLst>
            <p:extLst>
              <p:ext uri="{D42A27DB-BD31-4B8C-83A1-F6EECF244321}">
                <p14:modId xmlns:p14="http://schemas.microsoft.com/office/powerpoint/2010/main" val="117395074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4" progId="TCLayout.ActiveDocument.1">
                  <p:embed/>
                </p:oleObj>
              </mc:Choice>
              <mc:Fallback>
                <p:oleObj name="think-cell Slide" r:id="rId4" imgW="592" imgH="594" progId="TCLayout.ActiveDocument.1">
                  <p:embed/>
                  <p:pic>
                    <p:nvPicPr>
                      <p:cNvPr id="7" name="Object 6" hidden="1">
                        <a:extLst>
                          <a:ext uri="{FF2B5EF4-FFF2-40B4-BE49-F238E27FC236}">
                            <a16:creationId xmlns:a16="http://schemas.microsoft.com/office/drawing/2014/main" id="{D568BCE0-1213-4366-8B2C-D93A595544AA}"/>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E2450BAF-29BB-4CB3-ABEF-E1E4DB6880D7}"/>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hasCustomPrompt="1"/>
          </p:nvPr>
        </p:nvSpPr>
        <p:spPr/>
        <p:txBody>
          <a:bodyPr vert="horz"/>
          <a:lstStyle>
            <a:lvl1pPr>
              <a:defRPr>
                <a:latin typeface="Goldplay Bold" panose="00000800000000000000" pitchFamily="50" charset="0"/>
              </a:defRPr>
            </a:lvl1pPr>
          </a:lstStyle>
          <a:p>
            <a:r>
              <a:rPr lang="en-US"/>
              <a:t>Agenda</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hasCustomPrompt="1"/>
          </p:nvPr>
        </p:nvSpPr>
        <p:spPr>
          <a:xfrm>
            <a:off x="2121852" y="2224765"/>
            <a:ext cx="4903473" cy="2721545"/>
          </a:xfrm>
        </p:spPr>
        <p:txBody>
          <a:bodyPr/>
          <a:lstStyle>
            <a:lvl1pPr>
              <a:defRPr sz="1600" b="1"/>
            </a:lvl1pPr>
            <a:lvl2pPr>
              <a:defRPr sz="1600"/>
            </a:lvl2pPr>
            <a:lvl3pPr>
              <a:defRPr sz="1600"/>
            </a:lvl3pPr>
            <a:lvl4pPr>
              <a:defRPr sz="1600"/>
            </a:lvl4pPr>
            <a:lvl5pPr>
              <a:defRPr sz="1600"/>
            </a:lvl5pPr>
          </a:lstStyle>
          <a:p>
            <a:pPr lvl="0"/>
            <a:r>
              <a:rPr lang="en-US"/>
              <a:t>[Item 1]</a:t>
            </a:r>
          </a:p>
          <a:p>
            <a:pPr lvl="0"/>
            <a:r>
              <a:rPr lang="en-US"/>
              <a:t>[Item 2]</a:t>
            </a:r>
          </a:p>
          <a:p>
            <a:pPr lvl="0"/>
            <a:r>
              <a:rPr lang="en-US"/>
              <a:t>[Item 3]</a:t>
            </a:r>
          </a:p>
        </p:txBody>
      </p:sp>
      <p:sp>
        <p:nvSpPr>
          <p:cNvPr id="8" name="Footer Placeholder 4">
            <a:extLst>
              <a:ext uri="{FF2B5EF4-FFF2-40B4-BE49-F238E27FC236}">
                <a16:creationId xmlns:a16="http://schemas.microsoft.com/office/drawing/2014/main" id="{65D9B125-A662-4ADA-BE5E-E5E6FF9CD33E}"/>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9" name="Slide Number Placeholder 5">
            <a:extLst>
              <a:ext uri="{FF2B5EF4-FFF2-40B4-BE49-F238E27FC236}">
                <a16:creationId xmlns:a16="http://schemas.microsoft.com/office/drawing/2014/main" id="{60215648-7409-4007-B4A4-2DAD693C596A}"/>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966180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heading slide">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95E33131-DEE3-4A05-8B17-D5524156C631}"/>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Object 8" hidden="1">
            <a:extLst>
              <a:ext uri="{FF2B5EF4-FFF2-40B4-BE49-F238E27FC236}">
                <a16:creationId xmlns:a16="http://schemas.microsoft.com/office/drawing/2014/main" id="{01BF1B8A-B7D9-4F6C-B441-40AEAD844491}"/>
              </a:ext>
            </a:extLst>
          </p:cNvPr>
          <p:cNvGraphicFramePr>
            <a:graphicFrameLocks noChangeAspect="1"/>
          </p:cNvGraphicFramePr>
          <p:nvPr userDrawn="1">
            <p:custDataLst>
              <p:tags r:id="rId2"/>
            </p:custDataLst>
            <p:extLst>
              <p:ext uri="{D42A27DB-BD31-4B8C-83A1-F6EECF244321}">
                <p14:modId xmlns:p14="http://schemas.microsoft.com/office/powerpoint/2010/main" val="250608951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4" progId="TCLayout.ActiveDocument.1">
                  <p:embed/>
                </p:oleObj>
              </mc:Choice>
              <mc:Fallback>
                <p:oleObj name="think-cell Slide" r:id="rId5" imgW="592" imgH="594" progId="TCLayout.ActiveDocument.1">
                  <p:embed/>
                  <p:pic>
                    <p:nvPicPr>
                      <p:cNvPr id="9" name="Object 8" hidden="1">
                        <a:extLst>
                          <a:ext uri="{FF2B5EF4-FFF2-40B4-BE49-F238E27FC236}">
                            <a16:creationId xmlns:a16="http://schemas.microsoft.com/office/drawing/2014/main" id="{01BF1B8A-B7D9-4F6C-B441-40AEAD844491}"/>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C278A86-EB60-4842-87F4-5B0763EC70C8}"/>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p:nvPr>
        </p:nvSpPr>
        <p:spPr>
          <a:xfrm>
            <a:off x="230188" y="933776"/>
            <a:ext cx="868680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endParaRPr lang="en-US"/>
          </a:p>
        </p:txBody>
      </p:sp>
      <p:sp>
        <p:nvSpPr>
          <p:cNvPr id="7" name="Text Placeholder 5">
            <a:extLst>
              <a:ext uri="{FF2B5EF4-FFF2-40B4-BE49-F238E27FC236}">
                <a16:creationId xmlns:a16="http://schemas.microsoft.com/office/drawing/2014/main" id="{A67E4925-5F36-4D1D-9A04-BD8B37E86947}"/>
              </a:ext>
            </a:extLst>
          </p:cNvPr>
          <p:cNvSpPr>
            <a:spLocks noGrp="1"/>
          </p:cNvSpPr>
          <p:nvPr>
            <p:ph type="body" sz="quarter" idx="13"/>
          </p:nvPr>
        </p:nvSpPr>
        <p:spPr>
          <a:xfrm>
            <a:off x="230188" y="1272330"/>
            <a:ext cx="8686800" cy="49633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0BF8B54D-0817-41F4-AA15-7B479791A66E}"/>
              </a:ext>
            </a:extLst>
          </p:cNvPr>
          <p:cNvSpPr>
            <a:spLocks noGrp="1"/>
          </p:cNvSpPr>
          <p:nvPr>
            <p:ph type="body" sz="quarter" idx="14" hasCustomPrompt="1"/>
          </p:nvPr>
        </p:nvSpPr>
        <p:spPr>
          <a:xfrm>
            <a:off x="230188" y="1243879"/>
            <a:ext cx="868680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10" name="Footer Placeholder 4">
            <a:extLst>
              <a:ext uri="{FF2B5EF4-FFF2-40B4-BE49-F238E27FC236}">
                <a16:creationId xmlns:a16="http://schemas.microsoft.com/office/drawing/2014/main" id="{E974A4F8-1FE5-465F-A768-1B4666D64762}"/>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11" name="Slide Number Placeholder 5">
            <a:extLst>
              <a:ext uri="{FF2B5EF4-FFF2-40B4-BE49-F238E27FC236}">
                <a16:creationId xmlns:a16="http://schemas.microsoft.com/office/drawing/2014/main" id="{AEE824C6-E211-4B70-B13C-E2F9EC4BCFFD}"/>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601797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994E0D6B-4AC1-4B6B-90CC-A352112D160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Object 11" hidden="1">
            <a:extLst>
              <a:ext uri="{FF2B5EF4-FFF2-40B4-BE49-F238E27FC236}">
                <a16:creationId xmlns:a16="http://schemas.microsoft.com/office/drawing/2014/main" id="{DACC6A2C-E8FB-4E4F-A8C5-83F629F077E7}"/>
              </a:ext>
            </a:extLst>
          </p:cNvPr>
          <p:cNvGraphicFramePr>
            <a:graphicFrameLocks noChangeAspect="1"/>
          </p:cNvGraphicFramePr>
          <p:nvPr userDrawn="1">
            <p:custDataLst>
              <p:tags r:id="rId2"/>
            </p:custDataLst>
            <p:extLst>
              <p:ext uri="{D42A27DB-BD31-4B8C-83A1-F6EECF244321}">
                <p14:modId xmlns:p14="http://schemas.microsoft.com/office/powerpoint/2010/main" val="10888795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592" imgH="594" progId="TCLayout.ActiveDocument.1">
                  <p:embed/>
                </p:oleObj>
              </mc:Choice>
              <mc:Fallback>
                <p:oleObj name="think-cell Slide" r:id="rId5" imgW="592" imgH="594" progId="TCLayout.ActiveDocument.1">
                  <p:embed/>
                  <p:pic>
                    <p:nvPicPr>
                      <p:cNvPr id="12" name="Object 11" hidden="1">
                        <a:extLst>
                          <a:ext uri="{FF2B5EF4-FFF2-40B4-BE49-F238E27FC236}">
                            <a16:creationId xmlns:a16="http://schemas.microsoft.com/office/drawing/2014/main" id="{DACC6A2C-E8FB-4E4F-A8C5-83F629F077E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97F7C25A-6BBA-40F5-8828-B7F07BF5AF0B}"/>
              </a:ext>
            </a:extLst>
          </p:cNvPr>
          <p:cNvSpPr/>
          <p:nvPr userDrawn="1">
            <p:custDataLst>
              <p:tags r:id="rId3"/>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hasCustomPrompt="1"/>
          </p:nvPr>
        </p:nvSpPr>
        <p:spPr>
          <a:xfrm>
            <a:off x="230188" y="933776"/>
            <a:ext cx="429768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7" name="Text Placeholder 5">
            <a:extLst>
              <a:ext uri="{FF2B5EF4-FFF2-40B4-BE49-F238E27FC236}">
                <a16:creationId xmlns:a16="http://schemas.microsoft.com/office/drawing/2014/main" id="{A67E4925-5F36-4D1D-9A04-BD8B37E86947}"/>
              </a:ext>
            </a:extLst>
          </p:cNvPr>
          <p:cNvSpPr>
            <a:spLocks noGrp="1"/>
          </p:cNvSpPr>
          <p:nvPr>
            <p:ph type="body" sz="quarter" idx="13"/>
          </p:nvPr>
        </p:nvSpPr>
        <p:spPr>
          <a:xfrm>
            <a:off x="230188" y="1288806"/>
            <a:ext cx="4297680" cy="494690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0BF8B54D-0817-41F4-AA15-7B479791A66E}"/>
              </a:ext>
            </a:extLst>
          </p:cNvPr>
          <p:cNvSpPr>
            <a:spLocks noGrp="1"/>
          </p:cNvSpPr>
          <p:nvPr>
            <p:ph type="body" sz="quarter" idx="14" hasCustomPrompt="1"/>
          </p:nvPr>
        </p:nvSpPr>
        <p:spPr>
          <a:xfrm>
            <a:off x="230188" y="1243879"/>
            <a:ext cx="429768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9" name="Text Placeholder 5">
            <a:extLst>
              <a:ext uri="{FF2B5EF4-FFF2-40B4-BE49-F238E27FC236}">
                <a16:creationId xmlns:a16="http://schemas.microsoft.com/office/drawing/2014/main" id="{41B8CDB8-658C-41D2-AF71-CC63E7F1C3CE}"/>
              </a:ext>
            </a:extLst>
          </p:cNvPr>
          <p:cNvSpPr>
            <a:spLocks noGrp="1"/>
          </p:cNvSpPr>
          <p:nvPr>
            <p:ph type="body" sz="quarter" idx="15" hasCustomPrompt="1"/>
          </p:nvPr>
        </p:nvSpPr>
        <p:spPr>
          <a:xfrm>
            <a:off x="4617720" y="933776"/>
            <a:ext cx="429768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10" name="Text Placeholder 5">
            <a:extLst>
              <a:ext uri="{FF2B5EF4-FFF2-40B4-BE49-F238E27FC236}">
                <a16:creationId xmlns:a16="http://schemas.microsoft.com/office/drawing/2014/main" id="{D3601F3B-7808-48E8-94E8-BAA18E6CBC6D}"/>
              </a:ext>
            </a:extLst>
          </p:cNvPr>
          <p:cNvSpPr>
            <a:spLocks noGrp="1"/>
          </p:cNvSpPr>
          <p:nvPr>
            <p:ph type="body" sz="quarter" idx="16"/>
          </p:nvPr>
        </p:nvSpPr>
        <p:spPr>
          <a:xfrm>
            <a:off x="4617720" y="1288806"/>
            <a:ext cx="4297680" cy="494849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5">
            <a:extLst>
              <a:ext uri="{FF2B5EF4-FFF2-40B4-BE49-F238E27FC236}">
                <a16:creationId xmlns:a16="http://schemas.microsoft.com/office/drawing/2014/main" id="{541AFE59-1647-4F26-8D4A-7285893F4A50}"/>
              </a:ext>
            </a:extLst>
          </p:cNvPr>
          <p:cNvSpPr>
            <a:spLocks noGrp="1"/>
          </p:cNvSpPr>
          <p:nvPr>
            <p:ph type="body" sz="quarter" idx="17" hasCustomPrompt="1"/>
          </p:nvPr>
        </p:nvSpPr>
        <p:spPr>
          <a:xfrm>
            <a:off x="4617720" y="1243879"/>
            <a:ext cx="429768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13" name="Footer Placeholder 4">
            <a:extLst>
              <a:ext uri="{FF2B5EF4-FFF2-40B4-BE49-F238E27FC236}">
                <a16:creationId xmlns:a16="http://schemas.microsoft.com/office/drawing/2014/main" id="{768906B4-9FE0-4C02-94BA-390FF65E21C1}"/>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14" name="Slide Number Placeholder 5">
            <a:extLst>
              <a:ext uri="{FF2B5EF4-FFF2-40B4-BE49-F238E27FC236}">
                <a16:creationId xmlns:a16="http://schemas.microsoft.com/office/drawing/2014/main" id="{5E31258E-3C32-4F08-BB3F-FB89A132ADE0}"/>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1782977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box">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E6F6B2E7-FDE7-4143-B699-331D0B5E4E96}"/>
              </a:ext>
            </a:extLst>
          </p:cNvPr>
          <p:cNvGraphicFramePr>
            <a:graphicFrameLocks noChangeAspect="1"/>
          </p:cNvGraphicFramePr>
          <p:nvPr userDrawn="1">
            <p:custDataLst>
              <p:tags r:id="rId1"/>
            </p:custDataLst>
            <p:extLst>
              <p:ext uri="{D42A27DB-BD31-4B8C-83A1-F6EECF244321}">
                <p14:modId xmlns:p14="http://schemas.microsoft.com/office/powerpoint/2010/main" val="76238279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4" progId="TCLayout.ActiveDocument.1">
                  <p:embed/>
                </p:oleObj>
              </mc:Choice>
              <mc:Fallback>
                <p:oleObj name="think-cell Slide" r:id="rId4" imgW="592" imgH="594" progId="TCLayout.ActiveDocument.1">
                  <p:embed/>
                  <p:pic>
                    <p:nvPicPr>
                      <p:cNvPr id="7" name="Object 6" hidden="1">
                        <a:extLst>
                          <a:ext uri="{FF2B5EF4-FFF2-40B4-BE49-F238E27FC236}">
                            <a16:creationId xmlns:a16="http://schemas.microsoft.com/office/drawing/2014/main" id="{E6F6B2E7-FDE7-4143-B699-331D0B5E4E9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303107DE-6F38-4916-8CCA-99CFCF5F2820}"/>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hasCustomPrompt="1"/>
          </p:nvPr>
        </p:nvSpPr>
        <p:spPr>
          <a:xfrm>
            <a:off x="230188" y="933776"/>
            <a:ext cx="429768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8" name="Text Placeholder 5">
            <a:extLst>
              <a:ext uri="{FF2B5EF4-FFF2-40B4-BE49-F238E27FC236}">
                <a16:creationId xmlns:a16="http://schemas.microsoft.com/office/drawing/2014/main" id="{0BF8B54D-0817-41F4-AA15-7B479791A66E}"/>
              </a:ext>
            </a:extLst>
          </p:cNvPr>
          <p:cNvSpPr>
            <a:spLocks noGrp="1"/>
          </p:cNvSpPr>
          <p:nvPr>
            <p:ph type="body" sz="quarter" idx="14" hasCustomPrompt="1"/>
          </p:nvPr>
        </p:nvSpPr>
        <p:spPr>
          <a:xfrm>
            <a:off x="230188" y="1243879"/>
            <a:ext cx="429768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9" name="Text Placeholder 5">
            <a:extLst>
              <a:ext uri="{FF2B5EF4-FFF2-40B4-BE49-F238E27FC236}">
                <a16:creationId xmlns:a16="http://schemas.microsoft.com/office/drawing/2014/main" id="{41B8CDB8-658C-41D2-AF71-CC63E7F1C3CE}"/>
              </a:ext>
            </a:extLst>
          </p:cNvPr>
          <p:cNvSpPr>
            <a:spLocks noGrp="1"/>
          </p:cNvSpPr>
          <p:nvPr>
            <p:ph type="body" sz="quarter" idx="15" hasCustomPrompt="1"/>
          </p:nvPr>
        </p:nvSpPr>
        <p:spPr>
          <a:xfrm>
            <a:off x="4617720" y="933776"/>
            <a:ext cx="429768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11" name="Text Placeholder 5">
            <a:extLst>
              <a:ext uri="{FF2B5EF4-FFF2-40B4-BE49-F238E27FC236}">
                <a16:creationId xmlns:a16="http://schemas.microsoft.com/office/drawing/2014/main" id="{541AFE59-1647-4F26-8D4A-7285893F4A50}"/>
              </a:ext>
            </a:extLst>
          </p:cNvPr>
          <p:cNvSpPr>
            <a:spLocks noGrp="1"/>
          </p:cNvSpPr>
          <p:nvPr>
            <p:ph type="body" sz="quarter" idx="17" hasCustomPrompt="1"/>
          </p:nvPr>
        </p:nvSpPr>
        <p:spPr>
          <a:xfrm>
            <a:off x="4617720" y="1243879"/>
            <a:ext cx="429768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16" name="Text Placeholder 5">
            <a:extLst>
              <a:ext uri="{FF2B5EF4-FFF2-40B4-BE49-F238E27FC236}">
                <a16:creationId xmlns:a16="http://schemas.microsoft.com/office/drawing/2014/main" id="{AD7E99EF-22EF-4121-AE92-6D5B19966DDB}"/>
              </a:ext>
            </a:extLst>
          </p:cNvPr>
          <p:cNvSpPr>
            <a:spLocks noGrp="1"/>
          </p:cNvSpPr>
          <p:nvPr>
            <p:ph type="body" sz="quarter" idx="13"/>
          </p:nvPr>
        </p:nvSpPr>
        <p:spPr>
          <a:xfrm>
            <a:off x="230188" y="1288806"/>
            <a:ext cx="4297680" cy="22502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5">
            <a:extLst>
              <a:ext uri="{FF2B5EF4-FFF2-40B4-BE49-F238E27FC236}">
                <a16:creationId xmlns:a16="http://schemas.microsoft.com/office/drawing/2014/main" id="{E4B643DA-6CA2-4A10-ABA3-AC0A4EBF6958}"/>
              </a:ext>
            </a:extLst>
          </p:cNvPr>
          <p:cNvSpPr>
            <a:spLocks noGrp="1"/>
          </p:cNvSpPr>
          <p:nvPr>
            <p:ph type="body" sz="quarter" idx="16"/>
          </p:nvPr>
        </p:nvSpPr>
        <p:spPr>
          <a:xfrm>
            <a:off x="4617720" y="1288806"/>
            <a:ext cx="4297680" cy="22510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5">
            <a:extLst>
              <a:ext uri="{FF2B5EF4-FFF2-40B4-BE49-F238E27FC236}">
                <a16:creationId xmlns:a16="http://schemas.microsoft.com/office/drawing/2014/main" id="{A1063BD4-E28D-4180-97D0-9485CDF7979D}"/>
              </a:ext>
            </a:extLst>
          </p:cNvPr>
          <p:cNvSpPr>
            <a:spLocks noGrp="1"/>
          </p:cNvSpPr>
          <p:nvPr>
            <p:ph type="body" sz="quarter" idx="18" hasCustomPrompt="1"/>
          </p:nvPr>
        </p:nvSpPr>
        <p:spPr>
          <a:xfrm>
            <a:off x="230188" y="3631257"/>
            <a:ext cx="429768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19" name="Text Placeholder 5">
            <a:extLst>
              <a:ext uri="{FF2B5EF4-FFF2-40B4-BE49-F238E27FC236}">
                <a16:creationId xmlns:a16="http://schemas.microsoft.com/office/drawing/2014/main" id="{39B188B5-528C-4523-9955-50E97587A91E}"/>
              </a:ext>
            </a:extLst>
          </p:cNvPr>
          <p:cNvSpPr>
            <a:spLocks noGrp="1"/>
          </p:cNvSpPr>
          <p:nvPr>
            <p:ph type="body" sz="quarter" idx="19" hasCustomPrompt="1"/>
          </p:nvPr>
        </p:nvSpPr>
        <p:spPr>
          <a:xfrm>
            <a:off x="230188" y="3941360"/>
            <a:ext cx="429768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0" name="Text Placeholder 5">
            <a:extLst>
              <a:ext uri="{FF2B5EF4-FFF2-40B4-BE49-F238E27FC236}">
                <a16:creationId xmlns:a16="http://schemas.microsoft.com/office/drawing/2014/main" id="{00B43F8E-C744-4AC7-BC60-065390D7993C}"/>
              </a:ext>
            </a:extLst>
          </p:cNvPr>
          <p:cNvSpPr>
            <a:spLocks noGrp="1"/>
          </p:cNvSpPr>
          <p:nvPr>
            <p:ph type="body" sz="quarter" idx="20" hasCustomPrompt="1"/>
          </p:nvPr>
        </p:nvSpPr>
        <p:spPr>
          <a:xfrm>
            <a:off x="4617720" y="3631257"/>
            <a:ext cx="429768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21" name="Text Placeholder 5">
            <a:extLst>
              <a:ext uri="{FF2B5EF4-FFF2-40B4-BE49-F238E27FC236}">
                <a16:creationId xmlns:a16="http://schemas.microsoft.com/office/drawing/2014/main" id="{9338C048-8BB9-4E53-A392-AB26AB9330AD}"/>
              </a:ext>
            </a:extLst>
          </p:cNvPr>
          <p:cNvSpPr>
            <a:spLocks noGrp="1"/>
          </p:cNvSpPr>
          <p:nvPr>
            <p:ph type="body" sz="quarter" idx="21" hasCustomPrompt="1"/>
          </p:nvPr>
        </p:nvSpPr>
        <p:spPr>
          <a:xfrm>
            <a:off x="4617720" y="3941360"/>
            <a:ext cx="429768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2" name="Text Placeholder 5">
            <a:extLst>
              <a:ext uri="{FF2B5EF4-FFF2-40B4-BE49-F238E27FC236}">
                <a16:creationId xmlns:a16="http://schemas.microsoft.com/office/drawing/2014/main" id="{F298A02F-6D7E-4281-A9AC-193EE7E6127B}"/>
              </a:ext>
            </a:extLst>
          </p:cNvPr>
          <p:cNvSpPr>
            <a:spLocks noGrp="1"/>
          </p:cNvSpPr>
          <p:nvPr>
            <p:ph type="body" sz="quarter" idx="22"/>
          </p:nvPr>
        </p:nvSpPr>
        <p:spPr>
          <a:xfrm>
            <a:off x="230188" y="3986287"/>
            <a:ext cx="4297680" cy="22502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5">
            <a:extLst>
              <a:ext uri="{FF2B5EF4-FFF2-40B4-BE49-F238E27FC236}">
                <a16:creationId xmlns:a16="http://schemas.microsoft.com/office/drawing/2014/main" id="{6C15B34E-131F-4F2B-9F43-352F347CE2B8}"/>
              </a:ext>
            </a:extLst>
          </p:cNvPr>
          <p:cNvSpPr>
            <a:spLocks noGrp="1"/>
          </p:cNvSpPr>
          <p:nvPr>
            <p:ph type="body" sz="quarter" idx="23"/>
          </p:nvPr>
        </p:nvSpPr>
        <p:spPr>
          <a:xfrm>
            <a:off x="4617720" y="3986287"/>
            <a:ext cx="4297680" cy="225101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Footer Placeholder 4">
            <a:extLst>
              <a:ext uri="{FF2B5EF4-FFF2-40B4-BE49-F238E27FC236}">
                <a16:creationId xmlns:a16="http://schemas.microsoft.com/office/drawing/2014/main" id="{CD5F9B42-C458-4CB9-8C5C-F0D79648B918}"/>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25" name="Slide Number Placeholder 5">
            <a:extLst>
              <a:ext uri="{FF2B5EF4-FFF2-40B4-BE49-F238E27FC236}">
                <a16:creationId xmlns:a16="http://schemas.microsoft.com/office/drawing/2014/main" id="{C2E29741-828F-4085-972A-8FC7EAD6E23C}"/>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27788025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row">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D6A30554-FD73-441B-8DE7-9DE45B06A3B1}"/>
              </a:ext>
            </a:extLst>
          </p:cNvPr>
          <p:cNvGraphicFramePr>
            <a:graphicFrameLocks noChangeAspect="1"/>
          </p:cNvGraphicFramePr>
          <p:nvPr userDrawn="1">
            <p:custDataLst>
              <p:tags r:id="rId1"/>
            </p:custDataLst>
            <p:extLst>
              <p:ext uri="{D42A27DB-BD31-4B8C-83A1-F6EECF244321}">
                <p14:modId xmlns:p14="http://schemas.microsoft.com/office/powerpoint/2010/main" val="39720806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4" progId="TCLayout.ActiveDocument.1">
                  <p:embed/>
                </p:oleObj>
              </mc:Choice>
              <mc:Fallback>
                <p:oleObj name="think-cell Slide" r:id="rId4" imgW="592" imgH="594" progId="TCLayout.ActiveDocument.1">
                  <p:embed/>
                  <p:pic>
                    <p:nvPicPr>
                      <p:cNvPr id="7" name="Object 6" hidden="1">
                        <a:extLst>
                          <a:ext uri="{FF2B5EF4-FFF2-40B4-BE49-F238E27FC236}">
                            <a16:creationId xmlns:a16="http://schemas.microsoft.com/office/drawing/2014/main" id="{D6A30554-FD73-441B-8DE7-9DE45B06A3B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019B150-417B-4D0A-9C44-8175E65D9416}"/>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hasCustomPrompt="1"/>
          </p:nvPr>
        </p:nvSpPr>
        <p:spPr>
          <a:xfrm>
            <a:off x="230188" y="933776"/>
            <a:ext cx="868680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8" name="Text Placeholder 5">
            <a:extLst>
              <a:ext uri="{FF2B5EF4-FFF2-40B4-BE49-F238E27FC236}">
                <a16:creationId xmlns:a16="http://schemas.microsoft.com/office/drawing/2014/main" id="{0BF8B54D-0817-41F4-AA15-7B479791A66E}"/>
              </a:ext>
            </a:extLst>
          </p:cNvPr>
          <p:cNvSpPr>
            <a:spLocks noGrp="1"/>
          </p:cNvSpPr>
          <p:nvPr>
            <p:ph type="body" sz="quarter" idx="14" hasCustomPrompt="1"/>
          </p:nvPr>
        </p:nvSpPr>
        <p:spPr>
          <a:xfrm>
            <a:off x="230188" y="1243879"/>
            <a:ext cx="868680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16" name="Text Placeholder 5">
            <a:extLst>
              <a:ext uri="{FF2B5EF4-FFF2-40B4-BE49-F238E27FC236}">
                <a16:creationId xmlns:a16="http://schemas.microsoft.com/office/drawing/2014/main" id="{AD7E99EF-22EF-4121-AE92-6D5B19966DDB}"/>
              </a:ext>
            </a:extLst>
          </p:cNvPr>
          <p:cNvSpPr>
            <a:spLocks noGrp="1"/>
          </p:cNvSpPr>
          <p:nvPr>
            <p:ph type="body" sz="quarter" idx="13"/>
          </p:nvPr>
        </p:nvSpPr>
        <p:spPr>
          <a:xfrm>
            <a:off x="230188" y="1288806"/>
            <a:ext cx="8686800" cy="22502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Text Placeholder 5">
            <a:extLst>
              <a:ext uri="{FF2B5EF4-FFF2-40B4-BE49-F238E27FC236}">
                <a16:creationId xmlns:a16="http://schemas.microsoft.com/office/drawing/2014/main" id="{A1063BD4-E28D-4180-97D0-9485CDF7979D}"/>
              </a:ext>
            </a:extLst>
          </p:cNvPr>
          <p:cNvSpPr>
            <a:spLocks noGrp="1"/>
          </p:cNvSpPr>
          <p:nvPr>
            <p:ph type="body" sz="quarter" idx="18" hasCustomPrompt="1"/>
          </p:nvPr>
        </p:nvSpPr>
        <p:spPr>
          <a:xfrm>
            <a:off x="230188" y="3631257"/>
            <a:ext cx="868680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r>
              <a:rPr lang="en-US"/>
              <a:t>Heading</a:t>
            </a:r>
          </a:p>
        </p:txBody>
      </p:sp>
      <p:sp>
        <p:nvSpPr>
          <p:cNvPr id="19" name="Text Placeholder 5">
            <a:extLst>
              <a:ext uri="{FF2B5EF4-FFF2-40B4-BE49-F238E27FC236}">
                <a16:creationId xmlns:a16="http://schemas.microsoft.com/office/drawing/2014/main" id="{39B188B5-528C-4523-9955-50E97587A91E}"/>
              </a:ext>
            </a:extLst>
          </p:cNvPr>
          <p:cNvSpPr>
            <a:spLocks noGrp="1"/>
          </p:cNvSpPr>
          <p:nvPr>
            <p:ph type="body" sz="quarter" idx="19" hasCustomPrompt="1"/>
          </p:nvPr>
        </p:nvSpPr>
        <p:spPr>
          <a:xfrm>
            <a:off x="230188" y="3941360"/>
            <a:ext cx="868680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2" name="Text Placeholder 5">
            <a:extLst>
              <a:ext uri="{FF2B5EF4-FFF2-40B4-BE49-F238E27FC236}">
                <a16:creationId xmlns:a16="http://schemas.microsoft.com/office/drawing/2014/main" id="{F298A02F-6D7E-4281-A9AC-193EE7E6127B}"/>
              </a:ext>
            </a:extLst>
          </p:cNvPr>
          <p:cNvSpPr>
            <a:spLocks noGrp="1"/>
          </p:cNvSpPr>
          <p:nvPr>
            <p:ph type="body" sz="quarter" idx="22"/>
          </p:nvPr>
        </p:nvSpPr>
        <p:spPr>
          <a:xfrm>
            <a:off x="230188" y="3986287"/>
            <a:ext cx="8686800" cy="225028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Footer Placeholder 4">
            <a:extLst>
              <a:ext uri="{FF2B5EF4-FFF2-40B4-BE49-F238E27FC236}">
                <a16:creationId xmlns:a16="http://schemas.microsoft.com/office/drawing/2014/main" id="{8F983B8D-72D1-4439-BD2A-F0E887EDD69E}"/>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14" name="Slide Number Placeholder 5">
            <a:extLst>
              <a:ext uri="{FF2B5EF4-FFF2-40B4-BE49-F238E27FC236}">
                <a16:creationId xmlns:a16="http://schemas.microsoft.com/office/drawing/2014/main" id="{C70E2F37-8427-4B2D-8BA9-8EED692E2A2C}"/>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22252367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EA13-8ABE-433C-8E10-7BF7469EC387}"/>
              </a:ext>
            </a:extLst>
          </p:cNvPr>
          <p:cNvSpPr>
            <a:spLocks noGrp="1"/>
          </p:cNvSpPr>
          <p:nvPr>
            <p:ph type="title"/>
          </p:nvPr>
        </p:nvSpPr>
        <p:spPr>
          <a:xfrm>
            <a:off x="230189" y="231790"/>
            <a:ext cx="7802766" cy="592841"/>
          </a:xfrm>
        </p:spPr>
        <p:txBody>
          <a:bodyPr/>
          <a:lstStyle/>
          <a:p>
            <a:r>
              <a:rPr lang="en-US"/>
              <a:t>Click to edit Master title style</a:t>
            </a:r>
          </a:p>
        </p:txBody>
      </p:sp>
      <p:sp>
        <p:nvSpPr>
          <p:cNvPr id="3" name="Footer Placeholder 4">
            <a:extLst>
              <a:ext uri="{FF2B5EF4-FFF2-40B4-BE49-F238E27FC236}">
                <a16:creationId xmlns:a16="http://schemas.microsoft.com/office/drawing/2014/main" id="{7888592C-6BA3-4BE0-A4FC-C2E858459914}"/>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4" name="Slide Number Placeholder 5">
            <a:extLst>
              <a:ext uri="{FF2B5EF4-FFF2-40B4-BE49-F238E27FC236}">
                <a16:creationId xmlns:a16="http://schemas.microsoft.com/office/drawing/2014/main" id="{72A3FE7F-57A8-4411-941B-29012D3B0F50}"/>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
        <p:nvSpPr>
          <p:cNvPr id="5" name="Text Placeholder 5">
            <a:extLst>
              <a:ext uri="{FF2B5EF4-FFF2-40B4-BE49-F238E27FC236}">
                <a16:creationId xmlns:a16="http://schemas.microsoft.com/office/drawing/2014/main" id="{681F7A8A-81B3-4247-BC73-F16237B88BA9}"/>
              </a:ext>
            </a:extLst>
          </p:cNvPr>
          <p:cNvSpPr>
            <a:spLocks noGrp="1"/>
          </p:cNvSpPr>
          <p:nvPr>
            <p:ph type="body" sz="quarter" idx="12"/>
          </p:nvPr>
        </p:nvSpPr>
        <p:spPr>
          <a:xfrm>
            <a:off x="230188" y="933776"/>
            <a:ext cx="8686800" cy="338554"/>
          </a:xfrm>
          <a:solidFill>
            <a:schemeClr val="tx2"/>
          </a:solidFill>
          <a:ln w="6350">
            <a:noFill/>
            <a:miter lim="800000"/>
            <a:headEnd/>
            <a:tailEnd/>
          </a:ln>
          <a:effectLst/>
        </p:spPr>
        <p:txBody>
          <a:bodyPr vert="horz" wrap="square" lIns="91440" tIns="91440" rIns="91440" bIns="91440" rtlCol="0" anchor="t" anchorCtr="0">
            <a:spAutoFit/>
          </a:bodyPr>
          <a:lstStyle>
            <a:lvl1pPr>
              <a:defRPr lang="en-US" b="1" dirty="0">
                <a:solidFill>
                  <a:schemeClr val="bg1"/>
                </a:solidFill>
              </a:defRPr>
            </a:lvl1pPr>
          </a:lstStyle>
          <a:p>
            <a:pPr marL="0" lvl="0" indent="0" algn="ctr" defTabSz="457200" eaLnBrk="0" hangingPunct="0">
              <a:buNone/>
            </a:pPr>
            <a:endParaRPr lang="en-US"/>
          </a:p>
        </p:txBody>
      </p:sp>
      <p:sp>
        <p:nvSpPr>
          <p:cNvPr id="6" name="Text Placeholder 5">
            <a:extLst>
              <a:ext uri="{FF2B5EF4-FFF2-40B4-BE49-F238E27FC236}">
                <a16:creationId xmlns:a16="http://schemas.microsoft.com/office/drawing/2014/main" id="{DA34083A-CD0D-454B-9FFE-7D179E27A387}"/>
              </a:ext>
            </a:extLst>
          </p:cNvPr>
          <p:cNvSpPr>
            <a:spLocks noGrp="1"/>
          </p:cNvSpPr>
          <p:nvPr>
            <p:ph type="body" sz="quarter" idx="14" hasCustomPrompt="1"/>
          </p:nvPr>
        </p:nvSpPr>
        <p:spPr>
          <a:xfrm>
            <a:off x="230188" y="1243879"/>
            <a:ext cx="868680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graphicFrame>
        <p:nvGraphicFramePr>
          <p:cNvPr id="8" name="Table 7">
            <a:extLst>
              <a:ext uri="{FF2B5EF4-FFF2-40B4-BE49-F238E27FC236}">
                <a16:creationId xmlns:a16="http://schemas.microsoft.com/office/drawing/2014/main" id="{F49AE0E6-D9DD-43BA-9ACC-166BC5A23898}"/>
              </a:ext>
            </a:extLst>
          </p:cNvPr>
          <p:cNvGraphicFramePr>
            <a:graphicFrameLocks noGrp="1"/>
          </p:cNvGraphicFramePr>
          <p:nvPr userDrawn="1">
            <p:extLst>
              <p:ext uri="{D42A27DB-BD31-4B8C-83A1-F6EECF244321}">
                <p14:modId xmlns:p14="http://schemas.microsoft.com/office/powerpoint/2010/main" val="2112209922"/>
              </p:ext>
            </p:extLst>
          </p:nvPr>
        </p:nvGraphicFramePr>
        <p:xfrm>
          <a:off x="227011" y="1381475"/>
          <a:ext cx="8686800" cy="3662436"/>
        </p:xfrm>
        <a:graphic>
          <a:graphicData uri="http://schemas.openxmlformats.org/drawingml/2006/table">
            <a:tbl>
              <a:tblPr firstCol="1">
                <a:tableStyleId>{5C22544A-7EE6-4342-B048-85BDC9FD1C3A}</a:tableStyleId>
              </a:tblPr>
              <a:tblGrid>
                <a:gridCol w="1780693">
                  <a:extLst>
                    <a:ext uri="{9D8B030D-6E8A-4147-A177-3AD203B41FA5}">
                      <a16:colId xmlns:a16="http://schemas.microsoft.com/office/drawing/2014/main" val="1990543592"/>
                    </a:ext>
                  </a:extLst>
                </a:gridCol>
                <a:gridCol w="6906107">
                  <a:extLst>
                    <a:ext uri="{9D8B030D-6E8A-4147-A177-3AD203B41FA5}">
                      <a16:colId xmlns:a16="http://schemas.microsoft.com/office/drawing/2014/main" val="4137104438"/>
                    </a:ext>
                  </a:extLst>
                </a:gridCol>
              </a:tblGrid>
              <a:tr h="915609">
                <a:tc>
                  <a:txBody>
                    <a:bodyPr/>
                    <a:lstStyle/>
                    <a:p>
                      <a:pPr algn="ctr"/>
                      <a:r>
                        <a:rPr lang="en-US" sz="1050" b="1">
                          <a:solidFill>
                            <a:schemeClr val="bg1"/>
                          </a:solidFill>
                        </a:rPr>
                        <a:t>XXX</a:t>
                      </a:r>
                    </a:p>
                  </a:txBody>
                  <a:tcPr marT="41564" marB="41564"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171450" indent="-171450" algn="l">
                        <a:buFont typeface="Arial" panose="020B0604020202020204" pitchFamily="34" charset="0"/>
                        <a:buChar char="•"/>
                      </a:pPr>
                      <a:r>
                        <a:rPr lang="en-US" sz="900" b="0"/>
                        <a:t>XXX</a:t>
                      </a:r>
                    </a:p>
                  </a:txBody>
                  <a:tcPr marT="41564" marB="41564">
                    <a:lnL w="57150" cap="flat" cmpd="sng" algn="ctr">
                      <a:solidFill>
                        <a:schemeClr val="bg1"/>
                      </a:solidFill>
                      <a:prstDash val="solid"/>
                      <a:round/>
                      <a:headEnd type="none" w="med" len="med"/>
                      <a:tailEnd type="none" w="med" len="med"/>
                    </a:lnL>
                    <a:lnB w="6350" cap="flat" cmpd="sng" algn="ctr">
                      <a:solidFill>
                        <a:srgbClr val="4F6877"/>
                      </a:solidFill>
                      <a:prstDash val="sysDash"/>
                      <a:round/>
                      <a:headEnd type="none" w="med" len="med"/>
                      <a:tailEnd type="none" w="med" len="med"/>
                    </a:lnB>
                    <a:noFill/>
                  </a:tcPr>
                </a:tc>
                <a:extLst>
                  <a:ext uri="{0D108BD9-81ED-4DB2-BD59-A6C34878D82A}">
                    <a16:rowId xmlns:a16="http://schemas.microsoft.com/office/drawing/2014/main" val="843800665"/>
                  </a:ext>
                </a:extLst>
              </a:tr>
              <a:tr h="915609">
                <a:tc>
                  <a:txBody>
                    <a:bodyPr/>
                    <a:lstStyle/>
                    <a:p>
                      <a:pPr algn="ctr"/>
                      <a:endParaRPr lang="en-US" sz="1050" b="1">
                        <a:solidFill>
                          <a:schemeClr val="bg1"/>
                        </a:solidFill>
                      </a:endParaRPr>
                    </a:p>
                  </a:txBody>
                  <a:tcPr marT="41564" marB="41564"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171450" indent="-171450" algn="l">
                        <a:buFont typeface="Arial" panose="020B0604020202020204" pitchFamily="34" charset="0"/>
                        <a:buChar char="•"/>
                      </a:pPr>
                      <a:endParaRPr lang="en-US" sz="900" b="0"/>
                    </a:p>
                  </a:txBody>
                  <a:tcPr marT="41564" marB="41564">
                    <a:lnL w="57150" cap="flat" cmpd="sng" algn="ctr">
                      <a:solidFill>
                        <a:schemeClr val="bg1"/>
                      </a:solidFill>
                      <a:prstDash val="solid"/>
                      <a:round/>
                      <a:headEnd type="none" w="med" len="med"/>
                      <a:tailEnd type="none" w="med" len="med"/>
                    </a:lnL>
                    <a:lnT w="6350" cap="flat" cmpd="sng" algn="ctr">
                      <a:solidFill>
                        <a:srgbClr val="4F6877"/>
                      </a:solidFill>
                      <a:prstDash val="sysDash"/>
                      <a:round/>
                      <a:headEnd type="none" w="med" len="med"/>
                      <a:tailEnd type="none" w="med" len="med"/>
                    </a:lnT>
                    <a:lnB w="6350" cap="flat" cmpd="sng" algn="ctr">
                      <a:solidFill>
                        <a:srgbClr val="4F6877"/>
                      </a:solidFill>
                      <a:prstDash val="sysDash"/>
                      <a:round/>
                      <a:headEnd type="none" w="med" len="med"/>
                      <a:tailEnd type="none" w="med" len="med"/>
                    </a:lnB>
                    <a:noFill/>
                  </a:tcPr>
                </a:tc>
                <a:extLst>
                  <a:ext uri="{0D108BD9-81ED-4DB2-BD59-A6C34878D82A}">
                    <a16:rowId xmlns:a16="http://schemas.microsoft.com/office/drawing/2014/main" val="1838366385"/>
                  </a:ext>
                </a:extLst>
              </a:tr>
              <a:tr h="915609">
                <a:tc>
                  <a:txBody>
                    <a:bodyPr/>
                    <a:lstStyle/>
                    <a:p>
                      <a:pPr algn="ctr"/>
                      <a:endParaRPr lang="en-US" sz="1050" b="1">
                        <a:solidFill>
                          <a:schemeClr val="bg1"/>
                        </a:solidFill>
                      </a:endParaRPr>
                    </a:p>
                  </a:txBody>
                  <a:tcPr marT="41564" marB="41564"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171450" indent="-171450" algn="l">
                        <a:buFont typeface="Arial" panose="020B0604020202020204" pitchFamily="34" charset="0"/>
                        <a:buChar char="•"/>
                      </a:pPr>
                      <a:endParaRPr lang="en-US" sz="900" b="0"/>
                    </a:p>
                  </a:txBody>
                  <a:tcPr marT="41564" marB="41564">
                    <a:lnL w="57150" cap="flat" cmpd="sng" algn="ctr">
                      <a:solidFill>
                        <a:schemeClr val="bg1"/>
                      </a:solidFill>
                      <a:prstDash val="solid"/>
                      <a:round/>
                      <a:headEnd type="none" w="med" len="med"/>
                      <a:tailEnd type="none" w="med" len="med"/>
                    </a:lnL>
                    <a:lnT w="6350" cap="flat" cmpd="sng" algn="ctr">
                      <a:solidFill>
                        <a:srgbClr val="4F6877"/>
                      </a:solidFill>
                      <a:prstDash val="sysDash"/>
                      <a:round/>
                      <a:headEnd type="none" w="med" len="med"/>
                      <a:tailEnd type="none" w="med" len="med"/>
                    </a:lnT>
                    <a:lnB w="6350" cap="flat" cmpd="sng" algn="ctr">
                      <a:solidFill>
                        <a:srgbClr val="4F6877"/>
                      </a:solidFill>
                      <a:prstDash val="sysDash"/>
                      <a:round/>
                      <a:headEnd type="none" w="med" len="med"/>
                      <a:tailEnd type="none" w="med" len="med"/>
                    </a:lnB>
                    <a:noFill/>
                  </a:tcPr>
                </a:tc>
                <a:extLst>
                  <a:ext uri="{0D108BD9-81ED-4DB2-BD59-A6C34878D82A}">
                    <a16:rowId xmlns:a16="http://schemas.microsoft.com/office/drawing/2014/main" val="2519460822"/>
                  </a:ext>
                </a:extLst>
              </a:tr>
              <a:tr h="915609">
                <a:tc>
                  <a:txBody>
                    <a:bodyPr/>
                    <a:lstStyle/>
                    <a:p>
                      <a:pPr algn="ctr"/>
                      <a:endParaRPr lang="en-US" sz="1050" b="1">
                        <a:solidFill>
                          <a:schemeClr val="bg1"/>
                        </a:solidFill>
                      </a:endParaRPr>
                    </a:p>
                  </a:txBody>
                  <a:tcPr marT="41564" marB="41564" anchor="ctr">
                    <a:lnL w="57150" cap="flat" cmpd="sng" algn="ctr">
                      <a:solidFill>
                        <a:schemeClr val="bg1"/>
                      </a:solidFill>
                      <a:prstDash val="solid"/>
                      <a:round/>
                      <a:headEnd type="none" w="med" len="med"/>
                      <a:tailEnd type="none" w="med" len="med"/>
                    </a:lnL>
                    <a:lnR w="57150" cap="flat" cmpd="sng" algn="ctr">
                      <a:solidFill>
                        <a:schemeClr val="bg1"/>
                      </a:solidFill>
                      <a:prstDash val="solid"/>
                      <a:round/>
                      <a:headEnd type="none" w="med" len="med"/>
                      <a:tailEnd type="none" w="med" len="med"/>
                    </a:lnR>
                    <a:lnT w="57150" cap="flat" cmpd="sng" algn="ctr">
                      <a:solidFill>
                        <a:schemeClr val="bg1"/>
                      </a:solidFill>
                      <a:prstDash val="solid"/>
                      <a:round/>
                      <a:headEnd type="none" w="med" len="med"/>
                      <a:tailEnd type="none" w="med" len="med"/>
                    </a:lnT>
                    <a:lnB w="57150" cap="flat" cmpd="sng" algn="ctr">
                      <a:solidFill>
                        <a:schemeClr val="bg1"/>
                      </a:solidFill>
                      <a:prstDash val="solid"/>
                      <a:round/>
                      <a:headEnd type="none" w="med" len="med"/>
                      <a:tailEnd type="none" w="med" len="med"/>
                    </a:lnB>
                    <a:solidFill>
                      <a:schemeClr val="accent1"/>
                    </a:solidFill>
                  </a:tcPr>
                </a:tc>
                <a:tc>
                  <a:txBody>
                    <a:bodyPr/>
                    <a:lstStyle/>
                    <a:p>
                      <a:pPr marL="171450" indent="-171450" algn="l">
                        <a:buFont typeface="Arial" panose="020B0604020202020204" pitchFamily="34" charset="0"/>
                        <a:buChar char="•"/>
                      </a:pPr>
                      <a:endParaRPr lang="en-US" sz="900" b="0"/>
                    </a:p>
                  </a:txBody>
                  <a:tcPr marT="41564" marB="41564">
                    <a:lnL w="57150" cap="flat" cmpd="sng" algn="ctr">
                      <a:solidFill>
                        <a:schemeClr val="bg1"/>
                      </a:solidFill>
                      <a:prstDash val="solid"/>
                      <a:round/>
                      <a:headEnd type="none" w="med" len="med"/>
                      <a:tailEnd type="none" w="med" len="med"/>
                    </a:lnL>
                    <a:lnT w="6350" cap="flat" cmpd="sng" algn="ctr">
                      <a:solidFill>
                        <a:srgbClr val="4F6877"/>
                      </a:solidFill>
                      <a:prstDash val="sysDash"/>
                      <a:round/>
                      <a:headEnd type="none" w="med" len="med"/>
                      <a:tailEnd type="none" w="med" len="med"/>
                    </a:lnT>
                    <a:lnB w="6350" cap="flat" cmpd="sng" algn="ctr">
                      <a:solidFill>
                        <a:srgbClr val="4F6877"/>
                      </a:solidFill>
                      <a:prstDash val="sysDash"/>
                      <a:round/>
                      <a:headEnd type="none" w="med" len="med"/>
                      <a:tailEnd type="none" w="med" len="med"/>
                    </a:lnB>
                    <a:noFill/>
                  </a:tcPr>
                </a:tc>
                <a:extLst>
                  <a:ext uri="{0D108BD9-81ED-4DB2-BD59-A6C34878D82A}">
                    <a16:rowId xmlns:a16="http://schemas.microsoft.com/office/drawing/2014/main" val="1070217858"/>
                  </a:ext>
                </a:extLst>
              </a:tr>
            </a:tbl>
          </a:graphicData>
        </a:graphic>
      </p:graphicFrame>
    </p:spTree>
    <p:extLst>
      <p:ext uri="{BB962C8B-B14F-4D97-AF65-F5344CB8AC3E}">
        <p14:creationId xmlns:p14="http://schemas.microsoft.com/office/powerpoint/2010/main" val="1635065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point slid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DC910755-9761-463D-A9AF-ABB3617D0F81}"/>
              </a:ext>
            </a:extLst>
          </p:cNvPr>
          <p:cNvGraphicFramePr>
            <a:graphicFrameLocks noChangeAspect="1"/>
          </p:cNvGraphicFramePr>
          <p:nvPr userDrawn="1">
            <p:custDataLst>
              <p:tags r:id="rId1"/>
            </p:custDataLst>
            <p:extLst>
              <p:ext uri="{D42A27DB-BD31-4B8C-83A1-F6EECF244321}">
                <p14:modId xmlns:p14="http://schemas.microsoft.com/office/powerpoint/2010/main" val="16349060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4" progId="TCLayout.ActiveDocument.1">
                  <p:embed/>
                </p:oleObj>
              </mc:Choice>
              <mc:Fallback>
                <p:oleObj name="think-cell Slide" r:id="rId4" imgW="592" imgH="594" progId="TCLayout.ActiveDocument.1">
                  <p:embed/>
                  <p:pic>
                    <p:nvPicPr>
                      <p:cNvPr id="8" name="Object 7" hidden="1">
                        <a:extLst>
                          <a:ext uri="{FF2B5EF4-FFF2-40B4-BE49-F238E27FC236}">
                            <a16:creationId xmlns:a16="http://schemas.microsoft.com/office/drawing/2014/main" id="{DC910755-9761-463D-A9AF-ABB3617D0F81}"/>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47AFCF3D-ACB8-4302-90C0-E926DED927BB}"/>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hasCustomPrompt="1"/>
          </p:nvPr>
        </p:nvSpPr>
        <p:spPr>
          <a:xfrm>
            <a:off x="230188" y="933776"/>
            <a:ext cx="1884362" cy="122529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7" name="Text Placeholder 5">
            <a:extLst>
              <a:ext uri="{FF2B5EF4-FFF2-40B4-BE49-F238E27FC236}">
                <a16:creationId xmlns:a16="http://schemas.microsoft.com/office/drawing/2014/main" id="{A67E4925-5F36-4D1D-9A04-BD8B37E86947}"/>
              </a:ext>
            </a:extLst>
          </p:cNvPr>
          <p:cNvSpPr>
            <a:spLocks noGrp="1"/>
          </p:cNvSpPr>
          <p:nvPr>
            <p:ph type="body" sz="quarter" idx="13"/>
          </p:nvPr>
        </p:nvSpPr>
        <p:spPr>
          <a:xfrm>
            <a:off x="2181224" y="933776"/>
            <a:ext cx="6735763" cy="122529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Text Placeholder 5">
            <a:extLst>
              <a:ext uri="{FF2B5EF4-FFF2-40B4-BE49-F238E27FC236}">
                <a16:creationId xmlns:a16="http://schemas.microsoft.com/office/drawing/2014/main" id="{9D741A32-4616-40DE-B7B7-78B6CD87D17D}"/>
              </a:ext>
            </a:extLst>
          </p:cNvPr>
          <p:cNvSpPr>
            <a:spLocks noGrp="1"/>
          </p:cNvSpPr>
          <p:nvPr>
            <p:ph type="body" sz="quarter" idx="16" hasCustomPrompt="1"/>
          </p:nvPr>
        </p:nvSpPr>
        <p:spPr>
          <a:xfrm>
            <a:off x="230188" y="2220795"/>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1" name="Text Placeholder 5">
            <a:extLst>
              <a:ext uri="{FF2B5EF4-FFF2-40B4-BE49-F238E27FC236}">
                <a16:creationId xmlns:a16="http://schemas.microsoft.com/office/drawing/2014/main" id="{E683231E-76D1-443F-8ACC-FACFFE16EBD5}"/>
              </a:ext>
            </a:extLst>
          </p:cNvPr>
          <p:cNvSpPr>
            <a:spLocks noGrp="1"/>
          </p:cNvSpPr>
          <p:nvPr>
            <p:ph type="body" sz="quarter" idx="17" hasCustomPrompt="1"/>
          </p:nvPr>
        </p:nvSpPr>
        <p:spPr>
          <a:xfrm>
            <a:off x="230188" y="3580965"/>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2" name="Text Placeholder 5">
            <a:extLst>
              <a:ext uri="{FF2B5EF4-FFF2-40B4-BE49-F238E27FC236}">
                <a16:creationId xmlns:a16="http://schemas.microsoft.com/office/drawing/2014/main" id="{CCFB52F4-428D-4475-B48A-44BD696A3BE4}"/>
              </a:ext>
            </a:extLst>
          </p:cNvPr>
          <p:cNvSpPr>
            <a:spLocks noGrp="1"/>
          </p:cNvSpPr>
          <p:nvPr>
            <p:ph type="body" sz="quarter" idx="18" hasCustomPrompt="1"/>
          </p:nvPr>
        </p:nvSpPr>
        <p:spPr>
          <a:xfrm>
            <a:off x="230188" y="4941135"/>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5" name="Text Placeholder 5">
            <a:extLst>
              <a:ext uri="{FF2B5EF4-FFF2-40B4-BE49-F238E27FC236}">
                <a16:creationId xmlns:a16="http://schemas.microsoft.com/office/drawing/2014/main" id="{B8EEFACE-CA7F-4616-9D92-57942471D68E}"/>
              </a:ext>
            </a:extLst>
          </p:cNvPr>
          <p:cNvSpPr>
            <a:spLocks noGrp="1"/>
          </p:cNvSpPr>
          <p:nvPr>
            <p:ph type="body" sz="quarter" idx="21" hasCustomPrompt="1"/>
          </p:nvPr>
        </p:nvSpPr>
        <p:spPr>
          <a:xfrm>
            <a:off x="230188" y="2293947"/>
            <a:ext cx="1884362" cy="122529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26" name="Text Placeholder 5">
            <a:extLst>
              <a:ext uri="{FF2B5EF4-FFF2-40B4-BE49-F238E27FC236}">
                <a16:creationId xmlns:a16="http://schemas.microsoft.com/office/drawing/2014/main" id="{CA0C5FEE-27D9-4BD1-A62A-4F893456F58B}"/>
              </a:ext>
            </a:extLst>
          </p:cNvPr>
          <p:cNvSpPr>
            <a:spLocks noGrp="1"/>
          </p:cNvSpPr>
          <p:nvPr>
            <p:ph type="body" sz="quarter" idx="22"/>
          </p:nvPr>
        </p:nvSpPr>
        <p:spPr>
          <a:xfrm>
            <a:off x="2181224" y="2293947"/>
            <a:ext cx="6735763" cy="122529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5">
            <a:extLst>
              <a:ext uri="{FF2B5EF4-FFF2-40B4-BE49-F238E27FC236}">
                <a16:creationId xmlns:a16="http://schemas.microsoft.com/office/drawing/2014/main" id="{EE49AC8F-5E64-4BEF-B556-5C7A521CFB5F}"/>
              </a:ext>
            </a:extLst>
          </p:cNvPr>
          <p:cNvSpPr>
            <a:spLocks noGrp="1"/>
          </p:cNvSpPr>
          <p:nvPr>
            <p:ph type="body" sz="quarter" idx="23" hasCustomPrompt="1"/>
          </p:nvPr>
        </p:nvSpPr>
        <p:spPr>
          <a:xfrm>
            <a:off x="230188" y="3654117"/>
            <a:ext cx="1884362" cy="122529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28" name="Text Placeholder 5">
            <a:extLst>
              <a:ext uri="{FF2B5EF4-FFF2-40B4-BE49-F238E27FC236}">
                <a16:creationId xmlns:a16="http://schemas.microsoft.com/office/drawing/2014/main" id="{798FAF68-D73C-4024-89B6-128512BB057C}"/>
              </a:ext>
            </a:extLst>
          </p:cNvPr>
          <p:cNvSpPr>
            <a:spLocks noGrp="1"/>
          </p:cNvSpPr>
          <p:nvPr>
            <p:ph type="body" sz="quarter" idx="24"/>
          </p:nvPr>
        </p:nvSpPr>
        <p:spPr>
          <a:xfrm>
            <a:off x="2181224" y="3654117"/>
            <a:ext cx="6735763" cy="122529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5">
            <a:extLst>
              <a:ext uri="{FF2B5EF4-FFF2-40B4-BE49-F238E27FC236}">
                <a16:creationId xmlns:a16="http://schemas.microsoft.com/office/drawing/2014/main" id="{4B7350ED-EE7F-4747-8CDA-F907EEF5E6D9}"/>
              </a:ext>
            </a:extLst>
          </p:cNvPr>
          <p:cNvSpPr>
            <a:spLocks noGrp="1"/>
          </p:cNvSpPr>
          <p:nvPr>
            <p:ph type="body" sz="quarter" idx="25" hasCustomPrompt="1"/>
          </p:nvPr>
        </p:nvSpPr>
        <p:spPr>
          <a:xfrm>
            <a:off x="230188" y="5014287"/>
            <a:ext cx="1884362" cy="122529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30" name="Text Placeholder 5">
            <a:extLst>
              <a:ext uri="{FF2B5EF4-FFF2-40B4-BE49-F238E27FC236}">
                <a16:creationId xmlns:a16="http://schemas.microsoft.com/office/drawing/2014/main" id="{1FEC0859-F7F8-4EFC-88CE-BD17567F3DAC}"/>
              </a:ext>
            </a:extLst>
          </p:cNvPr>
          <p:cNvSpPr>
            <a:spLocks noGrp="1"/>
          </p:cNvSpPr>
          <p:nvPr>
            <p:ph type="body" sz="quarter" idx="26"/>
          </p:nvPr>
        </p:nvSpPr>
        <p:spPr>
          <a:xfrm>
            <a:off x="2181224" y="5014287"/>
            <a:ext cx="6735763" cy="122529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Footer Placeholder 4">
            <a:extLst>
              <a:ext uri="{FF2B5EF4-FFF2-40B4-BE49-F238E27FC236}">
                <a16:creationId xmlns:a16="http://schemas.microsoft.com/office/drawing/2014/main" id="{52A1735B-957E-4354-B3F5-E94B10099A50}"/>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19" name="Slide Number Placeholder 5">
            <a:extLst>
              <a:ext uri="{FF2B5EF4-FFF2-40B4-BE49-F238E27FC236}">
                <a16:creationId xmlns:a16="http://schemas.microsoft.com/office/drawing/2014/main" id="{2C724808-795E-4DD9-9D71-1DCBC1C2646E}"/>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cxnSp>
        <p:nvCxnSpPr>
          <p:cNvPr id="23" name="Straight Connector 22">
            <a:extLst>
              <a:ext uri="{FF2B5EF4-FFF2-40B4-BE49-F238E27FC236}">
                <a16:creationId xmlns:a16="http://schemas.microsoft.com/office/drawing/2014/main" id="{643027B4-2F5F-4A14-B909-B0E50B538ED4}"/>
              </a:ext>
            </a:extLst>
          </p:cNvPr>
          <p:cNvCxnSpPr/>
          <p:nvPr userDrawn="1"/>
        </p:nvCxnSpPr>
        <p:spPr>
          <a:xfrm>
            <a:off x="228600" y="6490830"/>
            <a:ext cx="8686800" cy="0"/>
          </a:xfrm>
          <a:prstGeom prst="line">
            <a:avLst/>
          </a:prstGeom>
          <a:ln w="9525" cmpd="sng">
            <a:solidFill>
              <a:srgbClr val="4F687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62333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point slide">
    <p:spTree>
      <p:nvGrpSpPr>
        <p:cNvPr id="1" name=""/>
        <p:cNvGrpSpPr/>
        <p:nvPr/>
      </p:nvGrpSpPr>
      <p:grpSpPr>
        <a:xfrm>
          <a:off x="0" y="0"/>
          <a:ext cx="0" cy="0"/>
          <a:chOff x="0" y="0"/>
          <a:chExt cx="0" cy="0"/>
        </a:xfrm>
      </p:grpSpPr>
      <p:graphicFrame>
        <p:nvGraphicFramePr>
          <p:cNvPr id="8" name="Object 7" hidden="1">
            <a:extLst>
              <a:ext uri="{FF2B5EF4-FFF2-40B4-BE49-F238E27FC236}">
                <a16:creationId xmlns:a16="http://schemas.microsoft.com/office/drawing/2014/main" id="{12099DDD-739F-446B-A9CE-DFC3F30785DF}"/>
              </a:ext>
            </a:extLst>
          </p:cNvPr>
          <p:cNvGraphicFramePr>
            <a:graphicFrameLocks noChangeAspect="1"/>
          </p:cNvGraphicFramePr>
          <p:nvPr userDrawn="1">
            <p:custDataLst>
              <p:tags r:id="rId1"/>
            </p:custDataLst>
            <p:extLst>
              <p:ext uri="{D42A27DB-BD31-4B8C-83A1-F6EECF244321}">
                <p14:modId xmlns:p14="http://schemas.microsoft.com/office/powerpoint/2010/main" val="38074653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92" imgH="594" progId="TCLayout.ActiveDocument.1">
                  <p:embed/>
                </p:oleObj>
              </mc:Choice>
              <mc:Fallback>
                <p:oleObj name="think-cell Slide" r:id="rId4" imgW="592" imgH="594" progId="TCLayout.ActiveDocument.1">
                  <p:embed/>
                  <p:pic>
                    <p:nvPicPr>
                      <p:cNvPr id="8" name="Object 7" hidden="1">
                        <a:extLst>
                          <a:ext uri="{FF2B5EF4-FFF2-40B4-BE49-F238E27FC236}">
                            <a16:creationId xmlns:a16="http://schemas.microsoft.com/office/drawing/2014/main" id="{12099DDD-739F-446B-A9CE-DFC3F30785D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D7EE81A6-B871-4B13-94D1-1EE3CD0411D8}"/>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600" b="1" i="0" baseline="0">
              <a:latin typeface="Arial" panose="020B0604020202020204" pitchFamily="34" charset="0"/>
              <a:ea typeface="+mj-ea"/>
              <a:cs typeface="Arial" panose="020B0604020202020204" pitchFamily="34" charset="0"/>
              <a:sym typeface="Arial" panose="020B0604020202020204" pitchFamily="34" charset="0"/>
            </a:endParaRPr>
          </a:p>
        </p:txBody>
      </p:sp>
      <p:sp>
        <p:nvSpPr>
          <p:cNvPr id="2" name="Title 1">
            <a:extLst>
              <a:ext uri="{FF2B5EF4-FFF2-40B4-BE49-F238E27FC236}">
                <a16:creationId xmlns:a16="http://schemas.microsoft.com/office/drawing/2014/main" id="{4D10AF42-3977-40F3-9CAB-C137679BC95C}"/>
              </a:ext>
            </a:extLst>
          </p:cNvPr>
          <p:cNvSpPr>
            <a:spLocks noGrp="1"/>
          </p:cNvSpPr>
          <p:nvPr>
            <p:ph type="title"/>
          </p:nvPr>
        </p:nvSpPr>
        <p:spPr/>
        <p:txBody>
          <a:bodyPr/>
          <a:lstStyle/>
          <a:p>
            <a:r>
              <a:rPr lang="en-US"/>
              <a:t>Click to edit Master title style</a:t>
            </a:r>
          </a:p>
        </p:txBody>
      </p:sp>
      <p:sp>
        <p:nvSpPr>
          <p:cNvPr id="6" name="Text Placeholder 5">
            <a:extLst>
              <a:ext uri="{FF2B5EF4-FFF2-40B4-BE49-F238E27FC236}">
                <a16:creationId xmlns:a16="http://schemas.microsoft.com/office/drawing/2014/main" id="{BCA816B0-3A23-4784-B471-952DF9593BC0}"/>
              </a:ext>
            </a:extLst>
          </p:cNvPr>
          <p:cNvSpPr>
            <a:spLocks noGrp="1"/>
          </p:cNvSpPr>
          <p:nvPr>
            <p:ph type="body" sz="quarter" idx="12" hasCustomPrompt="1"/>
          </p:nvPr>
        </p:nvSpPr>
        <p:spPr>
          <a:xfrm>
            <a:off x="230188" y="933776"/>
            <a:ext cx="1884362" cy="95097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7" name="Text Placeholder 5">
            <a:extLst>
              <a:ext uri="{FF2B5EF4-FFF2-40B4-BE49-F238E27FC236}">
                <a16:creationId xmlns:a16="http://schemas.microsoft.com/office/drawing/2014/main" id="{A67E4925-5F36-4D1D-9A04-BD8B37E86947}"/>
              </a:ext>
            </a:extLst>
          </p:cNvPr>
          <p:cNvSpPr>
            <a:spLocks noGrp="1"/>
          </p:cNvSpPr>
          <p:nvPr>
            <p:ph type="body" sz="quarter" idx="13"/>
          </p:nvPr>
        </p:nvSpPr>
        <p:spPr>
          <a:xfrm>
            <a:off x="2181224" y="933776"/>
            <a:ext cx="6735763" cy="95097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8CA1F9BA-2839-47FC-91AA-73A94F4B860B}"/>
              </a:ext>
            </a:extLst>
          </p:cNvPr>
          <p:cNvSpPr>
            <a:spLocks noGrp="1"/>
          </p:cNvSpPr>
          <p:nvPr>
            <p:ph type="body" sz="quarter" idx="15" hasCustomPrompt="1"/>
          </p:nvPr>
        </p:nvSpPr>
        <p:spPr>
          <a:xfrm>
            <a:off x="230188" y="1948760"/>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0" name="Text Placeholder 5">
            <a:extLst>
              <a:ext uri="{FF2B5EF4-FFF2-40B4-BE49-F238E27FC236}">
                <a16:creationId xmlns:a16="http://schemas.microsoft.com/office/drawing/2014/main" id="{9D741A32-4616-40DE-B7B7-78B6CD87D17D}"/>
              </a:ext>
            </a:extLst>
          </p:cNvPr>
          <p:cNvSpPr>
            <a:spLocks noGrp="1"/>
          </p:cNvSpPr>
          <p:nvPr>
            <p:ph type="body" sz="quarter" idx="16" hasCustomPrompt="1"/>
          </p:nvPr>
        </p:nvSpPr>
        <p:spPr>
          <a:xfrm>
            <a:off x="230188" y="3036896"/>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1" name="Text Placeholder 5">
            <a:extLst>
              <a:ext uri="{FF2B5EF4-FFF2-40B4-BE49-F238E27FC236}">
                <a16:creationId xmlns:a16="http://schemas.microsoft.com/office/drawing/2014/main" id="{E683231E-76D1-443F-8ACC-FACFFE16EBD5}"/>
              </a:ext>
            </a:extLst>
          </p:cNvPr>
          <p:cNvSpPr>
            <a:spLocks noGrp="1"/>
          </p:cNvSpPr>
          <p:nvPr>
            <p:ph type="body" sz="quarter" idx="17" hasCustomPrompt="1"/>
          </p:nvPr>
        </p:nvSpPr>
        <p:spPr>
          <a:xfrm>
            <a:off x="230188" y="4125032"/>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2" name="Text Placeholder 5">
            <a:extLst>
              <a:ext uri="{FF2B5EF4-FFF2-40B4-BE49-F238E27FC236}">
                <a16:creationId xmlns:a16="http://schemas.microsoft.com/office/drawing/2014/main" id="{CCFB52F4-428D-4475-B48A-44BD696A3BE4}"/>
              </a:ext>
            </a:extLst>
          </p:cNvPr>
          <p:cNvSpPr>
            <a:spLocks noGrp="1"/>
          </p:cNvSpPr>
          <p:nvPr>
            <p:ph type="body" sz="quarter" idx="18" hasCustomPrompt="1"/>
          </p:nvPr>
        </p:nvSpPr>
        <p:spPr>
          <a:xfrm>
            <a:off x="230188" y="5213168"/>
            <a:ext cx="8686800" cy="9144"/>
          </a:xfrm>
          <a:solidFill>
            <a:schemeClr val="accent1"/>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sp>
        <p:nvSpPr>
          <p:cNvPr id="23" name="Text Placeholder 5">
            <a:extLst>
              <a:ext uri="{FF2B5EF4-FFF2-40B4-BE49-F238E27FC236}">
                <a16:creationId xmlns:a16="http://schemas.microsoft.com/office/drawing/2014/main" id="{2294B85F-B732-4A58-88F9-CED63BE4B0B1}"/>
              </a:ext>
            </a:extLst>
          </p:cNvPr>
          <p:cNvSpPr>
            <a:spLocks noGrp="1"/>
          </p:cNvSpPr>
          <p:nvPr>
            <p:ph type="body" sz="quarter" idx="19" hasCustomPrompt="1"/>
          </p:nvPr>
        </p:nvSpPr>
        <p:spPr>
          <a:xfrm>
            <a:off x="230188" y="2021912"/>
            <a:ext cx="1884362" cy="95097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24" name="Text Placeholder 5">
            <a:extLst>
              <a:ext uri="{FF2B5EF4-FFF2-40B4-BE49-F238E27FC236}">
                <a16:creationId xmlns:a16="http://schemas.microsoft.com/office/drawing/2014/main" id="{7F222DF3-0422-4949-841E-250417266D7F}"/>
              </a:ext>
            </a:extLst>
          </p:cNvPr>
          <p:cNvSpPr>
            <a:spLocks noGrp="1"/>
          </p:cNvSpPr>
          <p:nvPr>
            <p:ph type="body" sz="quarter" idx="20"/>
          </p:nvPr>
        </p:nvSpPr>
        <p:spPr>
          <a:xfrm>
            <a:off x="2181224" y="2012769"/>
            <a:ext cx="6735763" cy="95097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Text Placeholder 5">
            <a:extLst>
              <a:ext uri="{FF2B5EF4-FFF2-40B4-BE49-F238E27FC236}">
                <a16:creationId xmlns:a16="http://schemas.microsoft.com/office/drawing/2014/main" id="{B8EEFACE-CA7F-4616-9D92-57942471D68E}"/>
              </a:ext>
            </a:extLst>
          </p:cNvPr>
          <p:cNvSpPr>
            <a:spLocks noGrp="1"/>
          </p:cNvSpPr>
          <p:nvPr>
            <p:ph type="body" sz="quarter" idx="21" hasCustomPrompt="1"/>
          </p:nvPr>
        </p:nvSpPr>
        <p:spPr>
          <a:xfrm>
            <a:off x="230188" y="3110048"/>
            <a:ext cx="1884362" cy="95097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26" name="Text Placeholder 5">
            <a:extLst>
              <a:ext uri="{FF2B5EF4-FFF2-40B4-BE49-F238E27FC236}">
                <a16:creationId xmlns:a16="http://schemas.microsoft.com/office/drawing/2014/main" id="{CA0C5FEE-27D9-4BD1-A62A-4F893456F58B}"/>
              </a:ext>
            </a:extLst>
          </p:cNvPr>
          <p:cNvSpPr>
            <a:spLocks noGrp="1"/>
          </p:cNvSpPr>
          <p:nvPr>
            <p:ph type="body" sz="quarter" idx="22"/>
          </p:nvPr>
        </p:nvSpPr>
        <p:spPr>
          <a:xfrm>
            <a:off x="2181224" y="3091761"/>
            <a:ext cx="6735763" cy="95097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7" name="Text Placeholder 5">
            <a:extLst>
              <a:ext uri="{FF2B5EF4-FFF2-40B4-BE49-F238E27FC236}">
                <a16:creationId xmlns:a16="http://schemas.microsoft.com/office/drawing/2014/main" id="{EE49AC8F-5E64-4BEF-B556-5C7A521CFB5F}"/>
              </a:ext>
            </a:extLst>
          </p:cNvPr>
          <p:cNvSpPr>
            <a:spLocks noGrp="1"/>
          </p:cNvSpPr>
          <p:nvPr>
            <p:ph type="body" sz="quarter" idx="23" hasCustomPrompt="1"/>
          </p:nvPr>
        </p:nvSpPr>
        <p:spPr>
          <a:xfrm>
            <a:off x="230188" y="4198184"/>
            <a:ext cx="1884362" cy="95097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28" name="Text Placeholder 5">
            <a:extLst>
              <a:ext uri="{FF2B5EF4-FFF2-40B4-BE49-F238E27FC236}">
                <a16:creationId xmlns:a16="http://schemas.microsoft.com/office/drawing/2014/main" id="{798FAF68-D73C-4024-89B6-128512BB057C}"/>
              </a:ext>
            </a:extLst>
          </p:cNvPr>
          <p:cNvSpPr>
            <a:spLocks noGrp="1"/>
          </p:cNvSpPr>
          <p:nvPr>
            <p:ph type="body" sz="quarter" idx="24"/>
          </p:nvPr>
        </p:nvSpPr>
        <p:spPr>
          <a:xfrm>
            <a:off x="2181224" y="4170753"/>
            <a:ext cx="6735763" cy="95097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9" name="Text Placeholder 5">
            <a:extLst>
              <a:ext uri="{FF2B5EF4-FFF2-40B4-BE49-F238E27FC236}">
                <a16:creationId xmlns:a16="http://schemas.microsoft.com/office/drawing/2014/main" id="{4B7350ED-EE7F-4747-8CDA-F907EEF5E6D9}"/>
              </a:ext>
            </a:extLst>
          </p:cNvPr>
          <p:cNvSpPr>
            <a:spLocks noGrp="1"/>
          </p:cNvSpPr>
          <p:nvPr>
            <p:ph type="body" sz="quarter" idx="25" hasCustomPrompt="1"/>
          </p:nvPr>
        </p:nvSpPr>
        <p:spPr>
          <a:xfrm>
            <a:off x="230188" y="5286321"/>
            <a:ext cx="1884362" cy="950976"/>
          </a:xfrm>
          <a:solidFill>
            <a:schemeClr val="tx2"/>
          </a:solidFill>
        </p:spPr>
        <p:txBody>
          <a:bodyPr anchor="ctr"/>
          <a:lstStyle>
            <a:lvl1pPr marL="0" indent="0" algn="ctr">
              <a:buNone/>
              <a:defRPr sz="1200" b="1">
                <a:solidFill>
                  <a:schemeClr val="bg1"/>
                </a:solidFill>
              </a:defRPr>
            </a:lvl1pPr>
            <a:lvl2pPr marL="228600" indent="0">
              <a:buNone/>
              <a:defRPr/>
            </a:lvl2pPr>
            <a:lvl3pPr marL="457200" indent="0">
              <a:buNone/>
              <a:defRPr/>
            </a:lvl3pPr>
            <a:lvl4pPr marL="685800" indent="0">
              <a:buNone/>
              <a:defRPr/>
            </a:lvl4pPr>
            <a:lvl5pPr marL="914400" indent="0">
              <a:buNone/>
              <a:defRPr/>
            </a:lvl5pPr>
          </a:lstStyle>
          <a:p>
            <a:pPr lvl="0"/>
            <a:r>
              <a:rPr lang="en-US"/>
              <a:t>Heading</a:t>
            </a:r>
          </a:p>
        </p:txBody>
      </p:sp>
      <p:sp>
        <p:nvSpPr>
          <p:cNvPr id="30" name="Text Placeholder 5">
            <a:extLst>
              <a:ext uri="{FF2B5EF4-FFF2-40B4-BE49-F238E27FC236}">
                <a16:creationId xmlns:a16="http://schemas.microsoft.com/office/drawing/2014/main" id="{1FEC0859-F7F8-4EFC-88CE-BD17567F3DAC}"/>
              </a:ext>
            </a:extLst>
          </p:cNvPr>
          <p:cNvSpPr>
            <a:spLocks noGrp="1"/>
          </p:cNvSpPr>
          <p:nvPr>
            <p:ph type="body" sz="quarter" idx="26"/>
          </p:nvPr>
        </p:nvSpPr>
        <p:spPr>
          <a:xfrm>
            <a:off x="2181224" y="5286321"/>
            <a:ext cx="6735763" cy="95097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1" name="Footer Placeholder 4">
            <a:extLst>
              <a:ext uri="{FF2B5EF4-FFF2-40B4-BE49-F238E27FC236}">
                <a16:creationId xmlns:a16="http://schemas.microsoft.com/office/drawing/2014/main" id="{442C1532-EAB6-4F25-9661-14BAA60600C1}"/>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32" name="Slide Number Placeholder 5">
            <a:extLst>
              <a:ext uri="{FF2B5EF4-FFF2-40B4-BE49-F238E27FC236}">
                <a16:creationId xmlns:a16="http://schemas.microsoft.com/office/drawing/2014/main" id="{F807A4DB-094B-42BB-99DB-E7158C245C33}"/>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Tree>
    <p:extLst>
      <p:ext uri="{BB962C8B-B14F-4D97-AF65-F5344CB8AC3E}">
        <p14:creationId xmlns:p14="http://schemas.microsoft.com/office/powerpoint/2010/main" val="35564206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DEA13-8ABE-433C-8E10-7BF7469EC387}"/>
              </a:ext>
            </a:extLst>
          </p:cNvPr>
          <p:cNvSpPr>
            <a:spLocks noGrp="1"/>
          </p:cNvSpPr>
          <p:nvPr>
            <p:ph type="title"/>
          </p:nvPr>
        </p:nvSpPr>
        <p:spPr>
          <a:xfrm>
            <a:off x="230189" y="231790"/>
            <a:ext cx="7802766" cy="592841"/>
          </a:xfrm>
        </p:spPr>
        <p:txBody>
          <a:bodyPr/>
          <a:lstStyle/>
          <a:p>
            <a:r>
              <a:rPr lang="en-US"/>
              <a:t>Click to edit Master title style</a:t>
            </a:r>
          </a:p>
        </p:txBody>
      </p:sp>
      <p:sp>
        <p:nvSpPr>
          <p:cNvPr id="3" name="Footer Placeholder 4">
            <a:extLst>
              <a:ext uri="{FF2B5EF4-FFF2-40B4-BE49-F238E27FC236}">
                <a16:creationId xmlns:a16="http://schemas.microsoft.com/office/drawing/2014/main" id="{7888592C-6BA3-4BE0-A4FC-C2E858459914}"/>
              </a:ext>
            </a:extLst>
          </p:cNvPr>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4" name="Slide Number Placeholder 5">
            <a:extLst>
              <a:ext uri="{FF2B5EF4-FFF2-40B4-BE49-F238E27FC236}">
                <a16:creationId xmlns:a16="http://schemas.microsoft.com/office/drawing/2014/main" id="{72A3FE7F-57A8-4411-941B-29012D3B0F50}"/>
              </a:ext>
            </a:extLst>
          </p:cNvPr>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
        <p:nvSpPr>
          <p:cNvPr id="5" name="Text Placeholder 5">
            <a:extLst>
              <a:ext uri="{FF2B5EF4-FFF2-40B4-BE49-F238E27FC236}">
                <a16:creationId xmlns:a16="http://schemas.microsoft.com/office/drawing/2014/main" id="{681F7A8A-81B3-4247-BC73-F16237B88BA9}"/>
              </a:ext>
            </a:extLst>
          </p:cNvPr>
          <p:cNvSpPr>
            <a:spLocks noGrp="1"/>
          </p:cNvSpPr>
          <p:nvPr>
            <p:ph type="body" sz="quarter" idx="12"/>
          </p:nvPr>
        </p:nvSpPr>
        <p:spPr>
          <a:xfrm>
            <a:off x="230188" y="933776"/>
            <a:ext cx="8686800" cy="338554"/>
          </a:xfrm>
          <a:solidFill>
            <a:schemeClr val="tx2"/>
          </a:solidFill>
          <a:ln w="6350">
            <a:noFill/>
            <a:miter lim="800000"/>
            <a:headEnd/>
            <a:tailEnd/>
          </a:ln>
          <a:effectLst/>
        </p:spPr>
        <p:txBody>
          <a:bodyPr wrap="square" lIns="91440" tIns="91440" rIns="91440" bIns="91440" anchor="t" anchorCtr="0">
            <a:spAutoFit/>
          </a:bodyPr>
          <a:lstStyle>
            <a:lvl1pPr marL="0" indent="0" algn="l">
              <a:buNone/>
              <a:defRPr lang="en-US" b="1" dirty="0">
                <a:solidFill>
                  <a:schemeClr val="bg1"/>
                </a:solidFill>
              </a:defRPr>
            </a:lvl1pPr>
          </a:lstStyle>
          <a:p>
            <a:pPr marL="0" lvl="0" algn="ctr" defTabSz="457200" eaLnBrk="0" hangingPunct="0"/>
            <a:endParaRPr lang="en-US"/>
          </a:p>
        </p:txBody>
      </p:sp>
      <p:sp>
        <p:nvSpPr>
          <p:cNvPr id="6" name="Text Placeholder 5">
            <a:extLst>
              <a:ext uri="{FF2B5EF4-FFF2-40B4-BE49-F238E27FC236}">
                <a16:creationId xmlns:a16="http://schemas.microsoft.com/office/drawing/2014/main" id="{DA34083A-CD0D-454B-9FFE-7D179E27A387}"/>
              </a:ext>
            </a:extLst>
          </p:cNvPr>
          <p:cNvSpPr>
            <a:spLocks noGrp="1"/>
          </p:cNvSpPr>
          <p:nvPr>
            <p:ph type="body" sz="quarter" idx="14" hasCustomPrompt="1"/>
          </p:nvPr>
        </p:nvSpPr>
        <p:spPr>
          <a:xfrm>
            <a:off x="230188" y="1243879"/>
            <a:ext cx="8686800" cy="9144"/>
          </a:xfrm>
          <a:solidFill>
            <a:srgbClr val="4F6877"/>
          </a:solidFill>
        </p:spPr>
        <p:txBody>
          <a:bodyPr anchor="ctr"/>
          <a:lstStyle>
            <a:lvl1pPr marL="0" indent="0">
              <a:buNone/>
              <a:defRPr sz="200" b="1"/>
            </a:lvl1pPr>
            <a:lvl2pPr marL="228600" indent="0">
              <a:buNone/>
              <a:defRPr/>
            </a:lvl2pPr>
            <a:lvl3pPr marL="457200" indent="0">
              <a:buNone/>
              <a:defRPr/>
            </a:lvl3pPr>
            <a:lvl4pPr marL="685800" indent="0">
              <a:buNone/>
              <a:defRPr/>
            </a:lvl4pPr>
            <a:lvl5pPr marL="914400" indent="0">
              <a:buNone/>
              <a:defRPr/>
            </a:lvl5pPr>
          </a:lstStyle>
          <a:p>
            <a:pPr lvl="0"/>
            <a:r>
              <a:rPr lang="en-US"/>
              <a:t> </a:t>
            </a:r>
          </a:p>
        </p:txBody>
      </p:sp>
      <p:graphicFrame>
        <p:nvGraphicFramePr>
          <p:cNvPr id="7" name="Table 6">
            <a:extLst>
              <a:ext uri="{FF2B5EF4-FFF2-40B4-BE49-F238E27FC236}">
                <a16:creationId xmlns:a16="http://schemas.microsoft.com/office/drawing/2014/main" id="{FB7C61A6-E554-4F33-A008-FF5F6887717D}"/>
              </a:ext>
            </a:extLst>
          </p:cNvPr>
          <p:cNvGraphicFramePr>
            <a:graphicFrameLocks noGrp="1"/>
          </p:cNvGraphicFramePr>
          <p:nvPr userDrawn="1">
            <p:extLst>
              <p:ext uri="{D42A27DB-BD31-4B8C-83A1-F6EECF244321}">
                <p14:modId xmlns:p14="http://schemas.microsoft.com/office/powerpoint/2010/main" val="1482820381"/>
              </p:ext>
            </p:extLst>
          </p:nvPr>
        </p:nvGraphicFramePr>
        <p:xfrm>
          <a:off x="227012" y="1381475"/>
          <a:ext cx="8686800" cy="4721609"/>
        </p:xfrm>
        <a:graphic>
          <a:graphicData uri="http://schemas.openxmlformats.org/drawingml/2006/table">
            <a:tbl>
              <a:tblPr firstRow="1" firstCol="1" bandRow="1">
                <a:tableStyleId>{5C22544A-7EE6-4342-B048-85BDC9FD1C3A}</a:tableStyleId>
              </a:tblPr>
              <a:tblGrid>
                <a:gridCol w="1737360">
                  <a:extLst>
                    <a:ext uri="{9D8B030D-6E8A-4147-A177-3AD203B41FA5}">
                      <a16:colId xmlns:a16="http://schemas.microsoft.com/office/drawing/2014/main" val="1990543592"/>
                    </a:ext>
                  </a:extLst>
                </a:gridCol>
                <a:gridCol w="1737360">
                  <a:extLst>
                    <a:ext uri="{9D8B030D-6E8A-4147-A177-3AD203B41FA5}">
                      <a16:colId xmlns:a16="http://schemas.microsoft.com/office/drawing/2014/main" val="4137104438"/>
                    </a:ext>
                  </a:extLst>
                </a:gridCol>
                <a:gridCol w="1737360">
                  <a:extLst>
                    <a:ext uri="{9D8B030D-6E8A-4147-A177-3AD203B41FA5}">
                      <a16:colId xmlns:a16="http://schemas.microsoft.com/office/drawing/2014/main" val="818516268"/>
                    </a:ext>
                  </a:extLst>
                </a:gridCol>
                <a:gridCol w="1737360">
                  <a:extLst>
                    <a:ext uri="{9D8B030D-6E8A-4147-A177-3AD203B41FA5}">
                      <a16:colId xmlns:a16="http://schemas.microsoft.com/office/drawing/2014/main" val="2584575152"/>
                    </a:ext>
                  </a:extLst>
                </a:gridCol>
                <a:gridCol w="1737360">
                  <a:extLst>
                    <a:ext uri="{9D8B030D-6E8A-4147-A177-3AD203B41FA5}">
                      <a16:colId xmlns:a16="http://schemas.microsoft.com/office/drawing/2014/main" val="3616001206"/>
                    </a:ext>
                  </a:extLst>
                </a:gridCol>
              </a:tblGrid>
              <a:tr h="337713">
                <a:tc>
                  <a:txBody>
                    <a:bodyPr/>
                    <a:lstStyle/>
                    <a:p>
                      <a:endParaRPr lang="en-US" sz="900" b="1" i="1" u="sng">
                        <a:solidFill>
                          <a:schemeClr val="tx1"/>
                        </a:solidFill>
                      </a:endParaRPr>
                    </a:p>
                  </a:txBody>
                  <a:tcPr marT="41564" marB="41564" anchor="b">
                    <a:solidFill>
                      <a:schemeClr val="bg1"/>
                    </a:solidFill>
                  </a:tcPr>
                </a:tc>
                <a:tc>
                  <a:txBody>
                    <a:bodyPr/>
                    <a:lstStyle/>
                    <a:p>
                      <a:pPr algn="ctr"/>
                      <a:r>
                        <a:rPr lang="en-US" sz="900"/>
                        <a:t>XXX</a:t>
                      </a:r>
                    </a:p>
                  </a:txBody>
                  <a:tcPr marT="41564" marB="41564" anchor="ctr"/>
                </a:tc>
                <a:tc>
                  <a:txBody>
                    <a:bodyPr/>
                    <a:lstStyle/>
                    <a:p>
                      <a:pPr algn="ctr"/>
                      <a:endParaRPr lang="en-US" sz="900"/>
                    </a:p>
                  </a:txBody>
                  <a:tcPr marT="41564" marB="41564" anchor="ctr"/>
                </a:tc>
                <a:tc>
                  <a:txBody>
                    <a:bodyPr/>
                    <a:lstStyle/>
                    <a:p>
                      <a:pPr algn="ctr"/>
                      <a:endParaRPr lang="en-US" sz="900"/>
                    </a:p>
                  </a:txBody>
                  <a:tcPr marT="41564" marB="41564" anchor="ctr"/>
                </a:tc>
                <a:tc>
                  <a:txBody>
                    <a:bodyPr/>
                    <a:lstStyle/>
                    <a:p>
                      <a:pPr algn="ctr"/>
                      <a:endParaRPr lang="en-US" sz="900"/>
                    </a:p>
                  </a:txBody>
                  <a:tcPr marT="41564" marB="41564" anchor="ctr"/>
                </a:tc>
                <a:extLst>
                  <a:ext uri="{0D108BD9-81ED-4DB2-BD59-A6C34878D82A}">
                    <a16:rowId xmlns:a16="http://schemas.microsoft.com/office/drawing/2014/main" val="1199492190"/>
                  </a:ext>
                </a:extLst>
              </a:tr>
              <a:tr h="547987">
                <a:tc>
                  <a:txBody>
                    <a:bodyPr/>
                    <a:lstStyle/>
                    <a:p>
                      <a:r>
                        <a:rPr lang="en-US" sz="900"/>
                        <a:t>XXX</a:t>
                      </a:r>
                    </a:p>
                  </a:txBody>
                  <a:tcPr marT="41564" marB="41564" anchor="ctr"/>
                </a:tc>
                <a:tc>
                  <a:txBody>
                    <a:bodyPr/>
                    <a:lstStyle/>
                    <a:p>
                      <a:pPr marL="171450" indent="-171450" algn="l">
                        <a:buFont typeface="Arial" panose="020B0604020202020204" pitchFamily="34" charset="0"/>
                        <a:buChar char="•"/>
                      </a:pPr>
                      <a:r>
                        <a:rPr lang="en-US" sz="900" b="0"/>
                        <a:t>XX</a:t>
                      </a:r>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843800665"/>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1838366385"/>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2519460822"/>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1070217858"/>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147058788"/>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2205675960"/>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1053297265"/>
                  </a:ext>
                </a:extLst>
              </a:tr>
              <a:tr h="547987">
                <a:tc>
                  <a:txBody>
                    <a:bodyPr/>
                    <a:lstStyle/>
                    <a:p>
                      <a:endParaRPr lang="en-US" sz="900"/>
                    </a:p>
                  </a:txBody>
                  <a:tcPr marT="41564" marB="41564" anchor="ctr"/>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tc>
                  <a:txBody>
                    <a:bodyPr/>
                    <a:lstStyle/>
                    <a:p>
                      <a:pPr marL="171450" indent="-171450" algn="l">
                        <a:buFont typeface="Arial" panose="020B0604020202020204" pitchFamily="34" charset="0"/>
                        <a:buChar char="•"/>
                      </a:pPr>
                      <a:endParaRPr lang="en-US" sz="900" b="0"/>
                    </a:p>
                  </a:txBody>
                  <a:tcPr marT="41564" marB="41564"/>
                </a:tc>
                <a:extLst>
                  <a:ext uri="{0D108BD9-81ED-4DB2-BD59-A6C34878D82A}">
                    <a16:rowId xmlns:a16="http://schemas.microsoft.com/office/drawing/2014/main" val="3157782036"/>
                  </a:ext>
                </a:extLst>
              </a:tr>
            </a:tbl>
          </a:graphicData>
        </a:graphic>
      </p:graphicFrame>
    </p:spTree>
    <p:extLst>
      <p:ext uri="{BB962C8B-B14F-4D97-AF65-F5344CB8AC3E}">
        <p14:creationId xmlns:p14="http://schemas.microsoft.com/office/powerpoint/2010/main" val="6164594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FEAA2-7C2D-4F4A-8294-E1A4BCCF2D3D}"/>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9B438DB5-FDD5-4A6F-A554-37DE89DFB13D}"/>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00E0CAA0-44E8-4C11-8BB8-98A1BE684415}"/>
              </a:ext>
            </a:extLst>
          </p:cNvPr>
          <p:cNvSpPr>
            <a:spLocks noGrp="1"/>
          </p:cNvSpPr>
          <p:nvPr>
            <p:ph type="sldNum" sz="quarter" idx="11"/>
          </p:nvPr>
        </p:nvSpPr>
        <p:spPr/>
        <p:txBody>
          <a:bodyPr/>
          <a:lstStyle/>
          <a:p>
            <a:fld id="{E787E26D-2180-4E25-AB0B-12023A6BF6AE}" type="slidenum">
              <a:rPr lang="en-US" smtClean="0"/>
              <a:pPr/>
              <a:t>‹#›</a:t>
            </a:fld>
            <a:endParaRPr lang="en-US"/>
          </a:p>
        </p:txBody>
      </p:sp>
      <p:sp>
        <p:nvSpPr>
          <p:cNvPr id="5" name="Rectangle 4">
            <a:extLst>
              <a:ext uri="{FF2B5EF4-FFF2-40B4-BE49-F238E27FC236}">
                <a16:creationId xmlns:a16="http://schemas.microsoft.com/office/drawing/2014/main" id="{83F7DD81-04EE-4140-B1DD-244341C9103F}"/>
              </a:ext>
            </a:extLst>
          </p:cNvPr>
          <p:cNvSpPr/>
          <p:nvPr userDrawn="1"/>
        </p:nvSpPr>
        <p:spPr>
          <a:xfrm>
            <a:off x="230188" y="1394121"/>
            <a:ext cx="429768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latin typeface="Goldplay Regular"/>
              </a:rPr>
              <a:t>KPI #1</a:t>
            </a:r>
          </a:p>
        </p:txBody>
      </p:sp>
      <p:sp>
        <p:nvSpPr>
          <p:cNvPr id="6" name="Rectangle 5">
            <a:extLst>
              <a:ext uri="{FF2B5EF4-FFF2-40B4-BE49-F238E27FC236}">
                <a16:creationId xmlns:a16="http://schemas.microsoft.com/office/drawing/2014/main" id="{6165671C-EF2D-48E1-9C10-6061872F7681}"/>
              </a:ext>
            </a:extLst>
          </p:cNvPr>
          <p:cNvSpPr/>
          <p:nvPr userDrawn="1"/>
        </p:nvSpPr>
        <p:spPr>
          <a:xfrm>
            <a:off x="4617720" y="1394121"/>
            <a:ext cx="429768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latin typeface="Goldplay Regular"/>
              </a:rPr>
              <a:t>KPI #2</a:t>
            </a:r>
          </a:p>
        </p:txBody>
      </p:sp>
      <p:sp>
        <p:nvSpPr>
          <p:cNvPr id="7" name="Rectangle 6">
            <a:extLst>
              <a:ext uri="{FF2B5EF4-FFF2-40B4-BE49-F238E27FC236}">
                <a16:creationId xmlns:a16="http://schemas.microsoft.com/office/drawing/2014/main" id="{0BE60CAB-5D69-4394-8EF4-A7C579F7EC70}"/>
              </a:ext>
            </a:extLst>
          </p:cNvPr>
          <p:cNvSpPr/>
          <p:nvPr userDrawn="1"/>
        </p:nvSpPr>
        <p:spPr>
          <a:xfrm>
            <a:off x="230188" y="3941126"/>
            <a:ext cx="429768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latin typeface="Goldplay Regular"/>
              </a:rPr>
              <a:t>KPI #3</a:t>
            </a:r>
          </a:p>
        </p:txBody>
      </p:sp>
      <p:sp>
        <p:nvSpPr>
          <p:cNvPr id="8" name="Rectangle 7">
            <a:extLst>
              <a:ext uri="{FF2B5EF4-FFF2-40B4-BE49-F238E27FC236}">
                <a16:creationId xmlns:a16="http://schemas.microsoft.com/office/drawing/2014/main" id="{603C5C10-37F4-4F0F-8667-9F260861E729}"/>
              </a:ext>
            </a:extLst>
          </p:cNvPr>
          <p:cNvSpPr/>
          <p:nvPr userDrawn="1"/>
        </p:nvSpPr>
        <p:spPr>
          <a:xfrm>
            <a:off x="4617720" y="3941126"/>
            <a:ext cx="429768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400" b="1">
                <a:latin typeface="Goldplay Regular"/>
              </a:rPr>
              <a:t>KPI #4</a:t>
            </a:r>
          </a:p>
        </p:txBody>
      </p:sp>
      <p:sp>
        <p:nvSpPr>
          <p:cNvPr id="9" name="Title 1">
            <a:extLst>
              <a:ext uri="{FF2B5EF4-FFF2-40B4-BE49-F238E27FC236}">
                <a16:creationId xmlns:a16="http://schemas.microsoft.com/office/drawing/2014/main" id="{4920B192-2585-4B1B-88F4-6BDD93281153}"/>
              </a:ext>
            </a:extLst>
          </p:cNvPr>
          <p:cNvSpPr txBox="1">
            <a:spLocks/>
          </p:cNvSpPr>
          <p:nvPr userDrawn="1"/>
        </p:nvSpPr>
        <p:spPr>
          <a:xfrm>
            <a:off x="230189" y="886976"/>
            <a:ext cx="7802766" cy="368107"/>
          </a:xfrm>
          <a:prstGeom prst="rect">
            <a:avLst/>
          </a:prstGeom>
          <a:noFill/>
        </p:spPr>
        <p:txBody>
          <a:bodyPr vert="horz" lIns="0" tIns="0" rIns="0" bIns="0" rtlCol="0" anchor="ctr">
            <a:noAutofit/>
          </a:bodyPr>
          <a:lstStyle>
            <a:lvl1pPr algn="l" defTabSz="914400" rtl="0" eaLnBrk="1" latinLnBrk="0" hangingPunct="1">
              <a:lnSpc>
                <a:spcPct val="90000"/>
              </a:lnSpc>
              <a:spcBef>
                <a:spcPct val="0"/>
              </a:spcBef>
              <a:buNone/>
              <a:defRPr sz="1800" b="1" kern="1200">
                <a:solidFill>
                  <a:srgbClr val="49A698"/>
                </a:solidFill>
                <a:latin typeface="Goldplay Regular"/>
                <a:ea typeface="+mj-ea"/>
                <a:cs typeface="Arial" panose="020B0604020202020204" pitchFamily="34" charset="0"/>
              </a:defRPr>
            </a:lvl1pPr>
          </a:lstStyle>
          <a:p>
            <a:r>
              <a:rPr lang="en-US" sz="1400" b="0" i="1">
                <a:solidFill>
                  <a:schemeClr val="tx1"/>
                </a:solidFill>
              </a:rPr>
              <a:t>Key takeaway from KPIs</a:t>
            </a:r>
          </a:p>
        </p:txBody>
      </p:sp>
    </p:spTree>
    <p:extLst>
      <p:ext uri="{BB962C8B-B14F-4D97-AF65-F5344CB8AC3E}">
        <p14:creationId xmlns:p14="http://schemas.microsoft.com/office/powerpoint/2010/main" val="3469798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15529-855E-4776-B225-0037F16E0FE2}"/>
              </a:ext>
            </a:extLst>
          </p:cNvPr>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6FA76CF8-B55E-40B2-A56C-F35E24DB128E}"/>
              </a:ext>
            </a:extLst>
          </p:cNvPr>
          <p:cNvSpPr>
            <a:spLocks noGrp="1"/>
          </p:cNvSpPr>
          <p:nvPr>
            <p:ph type="ftr" sz="quarter" idx="10"/>
          </p:nvPr>
        </p:nvSpPr>
        <p:spPr/>
        <p:txBody>
          <a:bodyPr/>
          <a:lstStyle/>
          <a:p>
            <a:endParaRPr lang="en-US"/>
          </a:p>
        </p:txBody>
      </p:sp>
      <p:sp>
        <p:nvSpPr>
          <p:cNvPr id="4" name="Slide Number Placeholder 3">
            <a:extLst>
              <a:ext uri="{FF2B5EF4-FFF2-40B4-BE49-F238E27FC236}">
                <a16:creationId xmlns:a16="http://schemas.microsoft.com/office/drawing/2014/main" id="{BBF4E14E-E913-4235-BD46-393EDB8CDEB7}"/>
              </a:ext>
            </a:extLst>
          </p:cNvPr>
          <p:cNvSpPr>
            <a:spLocks noGrp="1"/>
          </p:cNvSpPr>
          <p:nvPr>
            <p:ph type="sldNum" sz="quarter" idx="11"/>
          </p:nvPr>
        </p:nvSpPr>
        <p:spPr/>
        <p:txBody>
          <a:bodyPr/>
          <a:lstStyle/>
          <a:p>
            <a:fld id="{E787E26D-2180-4E25-AB0B-12023A6BF6AE}" type="slidenum">
              <a:rPr lang="en-US" smtClean="0"/>
              <a:pPr/>
              <a:t>‹#›</a:t>
            </a:fld>
            <a:endParaRPr lang="en-US"/>
          </a:p>
        </p:txBody>
      </p:sp>
      <p:sp>
        <p:nvSpPr>
          <p:cNvPr id="5" name="Rectangle 4">
            <a:extLst>
              <a:ext uri="{FF2B5EF4-FFF2-40B4-BE49-F238E27FC236}">
                <a16:creationId xmlns:a16="http://schemas.microsoft.com/office/drawing/2014/main" id="{46122D8C-932B-45A7-B094-32C665876DE7}"/>
              </a:ext>
            </a:extLst>
          </p:cNvPr>
          <p:cNvSpPr/>
          <p:nvPr userDrawn="1"/>
        </p:nvSpPr>
        <p:spPr>
          <a:xfrm>
            <a:off x="228600" y="960120"/>
            <a:ext cx="868680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Goldplay Regular"/>
              </a:rPr>
              <a:t>Highlights</a:t>
            </a:r>
          </a:p>
        </p:txBody>
      </p:sp>
      <p:sp>
        <p:nvSpPr>
          <p:cNvPr id="6" name="Rectangle 5">
            <a:extLst>
              <a:ext uri="{FF2B5EF4-FFF2-40B4-BE49-F238E27FC236}">
                <a16:creationId xmlns:a16="http://schemas.microsoft.com/office/drawing/2014/main" id="{269970E6-AC25-43BE-BC64-CA17E18DE217}"/>
              </a:ext>
            </a:extLst>
          </p:cNvPr>
          <p:cNvSpPr/>
          <p:nvPr userDrawn="1"/>
        </p:nvSpPr>
        <p:spPr>
          <a:xfrm>
            <a:off x="228600" y="2810370"/>
            <a:ext cx="868680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Goldplay Regular"/>
              </a:rPr>
              <a:t>Lowlights</a:t>
            </a:r>
          </a:p>
        </p:txBody>
      </p:sp>
      <p:sp>
        <p:nvSpPr>
          <p:cNvPr id="7" name="Rectangle 6">
            <a:extLst>
              <a:ext uri="{FF2B5EF4-FFF2-40B4-BE49-F238E27FC236}">
                <a16:creationId xmlns:a16="http://schemas.microsoft.com/office/drawing/2014/main" id="{38D97245-BFB9-4B64-82B7-31796AE30F43}"/>
              </a:ext>
            </a:extLst>
          </p:cNvPr>
          <p:cNvSpPr/>
          <p:nvPr userDrawn="1"/>
        </p:nvSpPr>
        <p:spPr>
          <a:xfrm>
            <a:off x="228600" y="4660620"/>
            <a:ext cx="8686800" cy="2926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a:latin typeface="Goldplay Regular"/>
              </a:rPr>
              <a:t>Key Initiatives</a:t>
            </a:r>
          </a:p>
        </p:txBody>
      </p:sp>
      <p:sp>
        <p:nvSpPr>
          <p:cNvPr id="8" name="Rectangle 7">
            <a:extLst>
              <a:ext uri="{FF2B5EF4-FFF2-40B4-BE49-F238E27FC236}">
                <a16:creationId xmlns:a16="http://schemas.microsoft.com/office/drawing/2014/main" id="{D6740F60-894D-4E24-9812-B1E732525A3E}"/>
              </a:ext>
            </a:extLst>
          </p:cNvPr>
          <p:cNvSpPr/>
          <p:nvPr userDrawn="1"/>
        </p:nvSpPr>
        <p:spPr>
          <a:xfrm>
            <a:off x="228600" y="4965419"/>
            <a:ext cx="8686800" cy="1371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r>
              <a:rPr lang="en-US" sz="1200">
                <a:solidFill>
                  <a:schemeClr val="tx1"/>
                </a:solidFill>
                <a:latin typeface="Goldplay Regular"/>
              </a:rPr>
              <a:t>[xx]</a:t>
            </a:r>
          </a:p>
          <a:p>
            <a:pPr marL="171450" indent="-171450">
              <a:spcAft>
                <a:spcPts val="600"/>
              </a:spcAft>
              <a:buFont typeface="Arial" panose="020B0604020202020204" pitchFamily="34" charset="0"/>
              <a:buChar char="•"/>
            </a:pPr>
            <a:r>
              <a:rPr lang="en-US" sz="1200">
                <a:solidFill>
                  <a:schemeClr val="tx1"/>
                </a:solidFill>
                <a:latin typeface="Goldplay Regular"/>
              </a:rPr>
              <a:t>[xx]</a:t>
            </a:r>
          </a:p>
          <a:p>
            <a:pPr marL="171450" indent="-171450">
              <a:spcAft>
                <a:spcPts val="600"/>
              </a:spcAft>
              <a:buFont typeface="Arial" panose="020B0604020202020204" pitchFamily="34" charset="0"/>
              <a:buChar char="•"/>
            </a:pPr>
            <a:r>
              <a:rPr lang="en-US" sz="1200">
                <a:solidFill>
                  <a:schemeClr val="tx1"/>
                </a:solidFill>
                <a:latin typeface="Goldplay Regular"/>
              </a:rPr>
              <a:t>[xx]</a:t>
            </a:r>
          </a:p>
        </p:txBody>
      </p:sp>
      <p:sp>
        <p:nvSpPr>
          <p:cNvPr id="9" name="Rectangle 8">
            <a:extLst>
              <a:ext uri="{FF2B5EF4-FFF2-40B4-BE49-F238E27FC236}">
                <a16:creationId xmlns:a16="http://schemas.microsoft.com/office/drawing/2014/main" id="{4F2C43F6-DEF2-432D-851B-E027F9CD4FD8}"/>
              </a:ext>
            </a:extLst>
          </p:cNvPr>
          <p:cNvSpPr/>
          <p:nvPr userDrawn="1"/>
        </p:nvSpPr>
        <p:spPr>
          <a:xfrm>
            <a:off x="228600" y="1264922"/>
            <a:ext cx="8686800" cy="1371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r>
              <a:rPr lang="en-US" sz="1200">
                <a:solidFill>
                  <a:schemeClr val="tx1"/>
                </a:solidFill>
                <a:latin typeface="Goldplay Regular"/>
              </a:rPr>
              <a:t>[xx]</a:t>
            </a:r>
          </a:p>
          <a:p>
            <a:pPr marL="171450" indent="-171450">
              <a:spcAft>
                <a:spcPts val="600"/>
              </a:spcAft>
              <a:buFont typeface="Arial" panose="020B0604020202020204" pitchFamily="34" charset="0"/>
              <a:buChar char="•"/>
            </a:pPr>
            <a:r>
              <a:rPr lang="en-US" sz="1200">
                <a:solidFill>
                  <a:schemeClr val="tx1"/>
                </a:solidFill>
                <a:latin typeface="Goldplay Regular"/>
              </a:rPr>
              <a:t>[xx]</a:t>
            </a:r>
          </a:p>
          <a:p>
            <a:pPr marL="171450" indent="-171450">
              <a:spcAft>
                <a:spcPts val="600"/>
              </a:spcAft>
              <a:buFont typeface="Arial" panose="020B0604020202020204" pitchFamily="34" charset="0"/>
              <a:buChar char="•"/>
            </a:pPr>
            <a:r>
              <a:rPr lang="en-US" sz="1200">
                <a:solidFill>
                  <a:schemeClr val="tx1"/>
                </a:solidFill>
                <a:latin typeface="Goldplay Regular"/>
              </a:rPr>
              <a:t>[xx]</a:t>
            </a:r>
          </a:p>
        </p:txBody>
      </p:sp>
      <p:sp>
        <p:nvSpPr>
          <p:cNvPr id="10" name="Rectangle 9">
            <a:extLst>
              <a:ext uri="{FF2B5EF4-FFF2-40B4-BE49-F238E27FC236}">
                <a16:creationId xmlns:a16="http://schemas.microsoft.com/office/drawing/2014/main" id="{FCD6E1A5-41DF-4333-B678-4D40E1A58244}"/>
              </a:ext>
            </a:extLst>
          </p:cNvPr>
          <p:cNvSpPr/>
          <p:nvPr userDrawn="1"/>
        </p:nvSpPr>
        <p:spPr>
          <a:xfrm>
            <a:off x="228600" y="3115170"/>
            <a:ext cx="8686800" cy="13716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spcAft>
                <a:spcPts val="600"/>
              </a:spcAft>
              <a:buFont typeface="Arial" panose="020B0604020202020204" pitchFamily="34" charset="0"/>
              <a:buChar char="•"/>
            </a:pPr>
            <a:r>
              <a:rPr lang="en-US" sz="1200">
                <a:solidFill>
                  <a:schemeClr val="tx1"/>
                </a:solidFill>
                <a:latin typeface="Goldplay Regular"/>
              </a:rPr>
              <a:t>[xx]</a:t>
            </a:r>
          </a:p>
          <a:p>
            <a:pPr marL="171450" indent="-171450">
              <a:spcAft>
                <a:spcPts val="600"/>
              </a:spcAft>
              <a:buFont typeface="Arial" panose="020B0604020202020204" pitchFamily="34" charset="0"/>
              <a:buChar char="•"/>
            </a:pPr>
            <a:r>
              <a:rPr lang="en-US" sz="1200">
                <a:solidFill>
                  <a:schemeClr val="tx1"/>
                </a:solidFill>
                <a:latin typeface="Goldplay Regular"/>
              </a:rPr>
              <a:t>[xx]</a:t>
            </a:r>
          </a:p>
          <a:p>
            <a:pPr marL="171450" indent="-171450">
              <a:spcAft>
                <a:spcPts val="600"/>
              </a:spcAft>
              <a:buFont typeface="Arial" panose="020B0604020202020204" pitchFamily="34" charset="0"/>
              <a:buChar char="•"/>
            </a:pPr>
            <a:r>
              <a:rPr lang="en-US" sz="1200">
                <a:solidFill>
                  <a:schemeClr val="tx1"/>
                </a:solidFill>
                <a:latin typeface="Goldplay Regular"/>
              </a:rPr>
              <a:t>[xx]</a:t>
            </a:r>
          </a:p>
        </p:txBody>
      </p:sp>
    </p:spTree>
    <p:extLst>
      <p:ext uri="{BB962C8B-B14F-4D97-AF65-F5344CB8AC3E}">
        <p14:creationId xmlns:p14="http://schemas.microsoft.com/office/powerpoint/2010/main" val="104164254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tags" Target="../tags/tag2.xml"/><Relationship Id="rId17" Type="http://schemas.openxmlformats.org/officeDocument/2006/relationships/tags" Target="../tags/tag3.xml"/><Relationship Id="rId18" Type="http://schemas.openxmlformats.org/officeDocument/2006/relationships/oleObject" Target="../embeddings/oleObject1.bin"/><Relationship Id="rId19" Type="http://schemas.openxmlformats.org/officeDocument/2006/relationships/image" Target="../media/image1.emf"/><Relationship Id="rId20"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9" name="Object 8" hidden="1">
            <a:extLst>
              <a:ext uri="{FF2B5EF4-FFF2-40B4-BE49-F238E27FC236}">
                <a16:creationId xmlns:a16="http://schemas.microsoft.com/office/drawing/2014/main" id="{5EDB4B19-5E6C-4AB6-87E3-A18F5F39CF97}"/>
              </a:ext>
            </a:extLst>
          </p:cNvPr>
          <p:cNvGraphicFramePr>
            <a:graphicFrameLocks noChangeAspect="1"/>
          </p:cNvGraphicFramePr>
          <p:nvPr userDrawn="1">
            <p:custDataLst>
              <p:tags r:id="rId16"/>
            </p:custDataLst>
            <p:extLst>
              <p:ext uri="{D42A27DB-BD31-4B8C-83A1-F6EECF244321}">
                <p14:modId xmlns:p14="http://schemas.microsoft.com/office/powerpoint/2010/main" val="32128510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8" imgW="592" imgH="594" progId="TCLayout.ActiveDocument.1">
                  <p:embed/>
                </p:oleObj>
              </mc:Choice>
              <mc:Fallback>
                <p:oleObj name="think-cell Slide" r:id="rId18" imgW="592" imgH="594" progId="TCLayout.ActiveDocument.1">
                  <p:embed/>
                  <p:pic>
                    <p:nvPicPr>
                      <p:cNvPr id="9" name="Object 8" hidden="1">
                        <a:extLst>
                          <a:ext uri="{FF2B5EF4-FFF2-40B4-BE49-F238E27FC236}">
                            <a16:creationId xmlns:a16="http://schemas.microsoft.com/office/drawing/2014/main" id="{5EDB4B19-5E6C-4AB6-87E3-A18F5F39CF97}"/>
                          </a:ext>
                        </a:extLst>
                      </p:cNvPr>
                      <p:cNvPicPr/>
                      <p:nvPr/>
                    </p:nvPicPr>
                    <p:blipFill>
                      <a:blip r:embed="rId19"/>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472D6A8A-0175-4F9B-9A09-73184B1E9421}"/>
              </a:ext>
            </a:extLst>
          </p:cNvPr>
          <p:cNvSpPr/>
          <p:nvPr userDrawn="1">
            <p:custDataLst>
              <p:tags r:id="rId17"/>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1800" b="1" i="0" baseline="0">
              <a:latin typeface="Goldplay Regular"/>
              <a:ea typeface="+mj-ea"/>
              <a:cs typeface="Arial" panose="020B0604020202020204" pitchFamily="34" charset="0"/>
              <a:sym typeface="Goldplay Regular"/>
            </a:endParaRPr>
          </a:p>
        </p:txBody>
      </p:sp>
      <p:sp>
        <p:nvSpPr>
          <p:cNvPr id="3" name="Text Placeholder 2"/>
          <p:cNvSpPr>
            <a:spLocks noGrp="1"/>
          </p:cNvSpPr>
          <p:nvPr>
            <p:ph type="body" idx="1"/>
          </p:nvPr>
        </p:nvSpPr>
        <p:spPr>
          <a:xfrm>
            <a:off x="228600" y="933777"/>
            <a:ext cx="8686800" cy="5502473"/>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232338" y="6545404"/>
            <a:ext cx="8302062" cy="195313"/>
          </a:xfrm>
          <a:prstGeom prst="rect">
            <a:avLst/>
          </a:prstGeom>
        </p:spPr>
        <p:txBody>
          <a:bodyPr vert="horz" lIns="0" tIns="0" rIns="0" bIns="0" rtlCol="0" anchor="b" anchorCtr="0">
            <a:noAutofit/>
          </a:bodyPr>
          <a:lstStyle>
            <a:lvl1pPr algn="l">
              <a:defRPr sz="800">
                <a:solidFill>
                  <a:srgbClr val="474749"/>
                </a:solidFill>
                <a:latin typeface="Goldplay Regular"/>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53547" y="6545404"/>
            <a:ext cx="261853" cy="195313"/>
          </a:xfrm>
          <a:prstGeom prst="rect">
            <a:avLst/>
          </a:prstGeom>
          <a:ln w="15875">
            <a:noFill/>
          </a:ln>
        </p:spPr>
        <p:txBody>
          <a:bodyPr vert="horz" lIns="0" tIns="0" rIns="0" bIns="0" rtlCol="0" anchor="ctr">
            <a:noAutofit/>
          </a:bodyPr>
          <a:lstStyle>
            <a:lvl1pPr algn="r">
              <a:defRPr sz="800">
                <a:solidFill>
                  <a:srgbClr val="474749"/>
                </a:solidFill>
                <a:latin typeface="Goldplay Regular"/>
                <a:cs typeface="Arial" panose="020B0604020202020204" pitchFamily="34" charset="0"/>
              </a:defRPr>
            </a:lvl1pPr>
          </a:lstStyle>
          <a:p>
            <a:fld id="{E787E26D-2180-4E25-AB0B-12023A6BF6AE}" type="slidenum">
              <a:rPr lang="en-US" smtClean="0"/>
              <a:pPr/>
              <a:t>‹#›</a:t>
            </a:fld>
            <a:endParaRPr lang="en-US"/>
          </a:p>
        </p:txBody>
      </p:sp>
      <p:sp>
        <p:nvSpPr>
          <p:cNvPr id="2" name="Title Placeholder 1"/>
          <p:cNvSpPr>
            <a:spLocks noGrp="1"/>
          </p:cNvSpPr>
          <p:nvPr>
            <p:ph type="title"/>
          </p:nvPr>
        </p:nvSpPr>
        <p:spPr>
          <a:xfrm>
            <a:off x="230189" y="231790"/>
            <a:ext cx="7802766" cy="592841"/>
          </a:xfrm>
          <a:prstGeom prst="rect">
            <a:avLst/>
          </a:prstGeom>
          <a:noFill/>
        </p:spPr>
        <p:txBody>
          <a:bodyPr vert="horz" lIns="0" tIns="0" rIns="0" bIns="0" rtlCol="0" anchor="ctr">
            <a:noAutofit/>
          </a:bodyPr>
          <a:lstStyle/>
          <a:p>
            <a:r>
              <a:rPr lang="en-US"/>
              <a:t>Click to edit Master title style</a:t>
            </a:r>
          </a:p>
        </p:txBody>
      </p:sp>
      <p:cxnSp>
        <p:nvCxnSpPr>
          <p:cNvPr id="30" name="Straight Connector 29">
            <a:extLst>
              <a:ext uri="{FF2B5EF4-FFF2-40B4-BE49-F238E27FC236}">
                <a16:creationId xmlns:a16="http://schemas.microsoft.com/office/drawing/2014/main" id="{08BBED0D-7DC6-4131-A8B5-F0750DB092B0}"/>
              </a:ext>
            </a:extLst>
          </p:cNvPr>
          <p:cNvCxnSpPr/>
          <p:nvPr userDrawn="1"/>
        </p:nvCxnSpPr>
        <p:spPr>
          <a:xfrm>
            <a:off x="228600" y="879204"/>
            <a:ext cx="8686800" cy="0"/>
          </a:xfrm>
          <a:prstGeom prst="line">
            <a:avLst/>
          </a:prstGeom>
          <a:ln w="19050" cmpd="sng">
            <a:solidFill>
              <a:srgbClr val="49A698"/>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916312E-64A6-48ED-850B-DE690359E262}"/>
              </a:ext>
            </a:extLst>
          </p:cNvPr>
          <p:cNvCxnSpPr/>
          <p:nvPr userDrawn="1"/>
        </p:nvCxnSpPr>
        <p:spPr>
          <a:xfrm>
            <a:off x="228600" y="6490830"/>
            <a:ext cx="8686800" cy="0"/>
          </a:xfrm>
          <a:prstGeom prst="line">
            <a:avLst/>
          </a:prstGeom>
          <a:ln w="9525" cmpd="sng">
            <a:solidFill>
              <a:srgbClr val="4F6877"/>
            </a:solidFill>
          </a:ln>
        </p:spPr>
        <p:style>
          <a:lnRef idx="1">
            <a:schemeClr val="accent1"/>
          </a:lnRef>
          <a:fillRef idx="0">
            <a:schemeClr val="accent1"/>
          </a:fillRef>
          <a:effectRef idx="0">
            <a:schemeClr val="accent1"/>
          </a:effectRef>
          <a:fontRef idx="minor">
            <a:schemeClr val="tx1"/>
          </a:fontRef>
        </p:style>
      </p:cxnSp>
      <p:pic>
        <p:nvPicPr>
          <p:cNvPr id="12" name="synergy-logo.png" descr="synergy-logo.png">
            <a:extLst>
              <a:ext uri="{FF2B5EF4-FFF2-40B4-BE49-F238E27FC236}">
                <a16:creationId xmlns:a16="http://schemas.microsoft.com/office/drawing/2014/main" id="{71123EAD-7533-425D-80D7-91E568685137}"/>
              </a:ext>
            </a:extLst>
          </p:cNvPr>
          <p:cNvPicPr>
            <a:picLocks noChangeAspect="1"/>
          </p:cNvPicPr>
          <p:nvPr userDrawn="1"/>
        </p:nvPicPr>
        <p:blipFill rotWithShape="1">
          <a:blip r:embed="rId20"/>
          <a:srcRect l="34234" t="5397" r="33675" b="48894"/>
          <a:stretch/>
        </p:blipFill>
        <p:spPr>
          <a:xfrm>
            <a:off x="8122920" y="117283"/>
            <a:ext cx="822960" cy="659359"/>
          </a:xfrm>
          <a:prstGeom prst="rect">
            <a:avLst/>
          </a:prstGeom>
          <a:ln w="12700">
            <a:miter lim="400000"/>
          </a:ln>
        </p:spPr>
      </p:pic>
    </p:spTree>
    <p:extLst>
      <p:ext uri="{BB962C8B-B14F-4D97-AF65-F5344CB8AC3E}">
        <p14:creationId xmlns:p14="http://schemas.microsoft.com/office/powerpoint/2010/main" val="3171473548"/>
      </p:ext>
    </p:extLst>
  </p:cSld>
  <p:clrMap bg1="lt1" tx1="dk1" bg2="lt2" tx2="dk2" accent1="accent1" accent2="accent2" accent3="accent3" accent4="accent4" accent5="accent5" accent6="accent6" hlink="hlink" folHlink="folHlink"/>
  <p:sldLayoutIdLst>
    <p:sldLayoutId id="2147483661" r:id="rId1"/>
    <p:sldLayoutId id="2147483691" r:id="rId2"/>
    <p:sldLayoutId id="2147483688" r:id="rId3"/>
    <p:sldLayoutId id="2147483677" r:id="rId4"/>
    <p:sldLayoutId id="2147483681" r:id="rId5"/>
    <p:sldLayoutId id="2147483678" r:id="rId6"/>
    <p:sldLayoutId id="2147483679" r:id="rId7"/>
    <p:sldLayoutId id="2147483680" r:id="rId8"/>
    <p:sldLayoutId id="2147483686" r:id="rId9"/>
    <p:sldLayoutId id="2147483683" r:id="rId10"/>
    <p:sldLayoutId id="2147483682" r:id="rId11"/>
    <p:sldLayoutId id="2147483684" r:id="rId12"/>
    <p:sldLayoutId id="2147483689" r:id="rId13"/>
    <p:sldLayoutId id="2147483690" r:id="rId14"/>
  </p:sldLayoutIdLst>
  <p:hf hdr="0" dt="0"/>
  <p:txStyles>
    <p:titleStyle>
      <a:lvl1pPr algn="l" defTabSz="914400" rtl="0" eaLnBrk="1" latinLnBrk="0" hangingPunct="1">
        <a:lnSpc>
          <a:spcPct val="90000"/>
        </a:lnSpc>
        <a:spcBef>
          <a:spcPct val="0"/>
        </a:spcBef>
        <a:buNone/>
        <a:defRPr sz="1800" b="1" kern="1200">
          <a:solidFill>
            <a:srgbClr val="49A698"/>
          </a:solidFill>
          <a:latin typeface="Goldplay Regular"/>
          <a:ea typeface="+mj-ea"/>
          <a:cs typeface="Arial" panose="020B0604020202020204" pitchFamily="34" charset="0"/>
        </a:defRPr>
      </a:lvl1pPr>
    </p:titleStyle>
    <p:bodyStyle>
      <a:lvl1pPr marL="228600" indent="-228600" algn="l" defTabSz="914400" rtl="0" eaLnBrk="1" latinLnBrk="0" hangingPunct="1">
        <a:lnSpc>
          <a:spcPct val="100000"/>
        </a:lnSpc>
        <a:spcBef>
          <a:spcPts val="300"/>
        </a:spcBef>
        <a:buClr>
          <a:srgbClr val="4F6877"/>
        </a:buClr>
        <a:buFont typeface="Wingdings" panose="05000000000000000000" pitchFamily="2" charset="2"/>
        <a:buChar char="§"/>
        <a:defRPr sz="1000" kern="1200">
          <a:solidFill>
            <a:srgbClr val="474749"/>
          </a:solidFill>
          <a:latin typeface="Goldplay Regular"/>
          <a:ea typeface="+mn-ea"/>
          <a:cs typeface="Arial" panose="020B0604020202020204" pitchFamily="34" charset="0"/>
        </a:defRPr>
      </a:lvl1pPr>
      <a:lvl2pPr marL="457200" indent="-228600" algn="l" defTabSz="914400" rtl="0" eaLnBrk="1" latinLnBrk="0" hangingPunct="1">
        <a:lnSpc>
          <a:spcPct val="100000"/>
        </a:lnSpc>
        <a:spcBef>
          <a:spcPts val="300"/>
        </a:spcBef>
        <a:buClr>
          <a:srgbClr val="4F6877"/>
        </a:buClr>
        <a:buFont typeface="Arial" panose="020B0604020202020204" pitchFamily="34" charset="0"/>
        <a:buChar char="•"/>
        <a:defRPr sz="1000" kern="1200">
          <a:solidFill>
            <a:srgbClr val="474749"/>
          </a:solidFill>
          <a:latin typeface="Goldplay Regular"/>
          <a:ea typeface="+mn-ea"/>
          <a:cs typeface="Arial" panose="020B0604020202020204" pitchFamily="34" charset="0"/>
        </a:defRPr>
      </a:lvl2pPr>
      <a:lvl3pPr marL="685800" indent="-228600" algn="l" defTabSz="914400" rtl="0" eaLnBrk="1" latinLnBrk="0" hangingPunct="1">
        <a:lnSpc>
          <a:spcPct val="100000"/>
        </a:lnSpc>
        <a:spcBef>
          <a:spcPts val="300"/>
        </a:spcBef>
        <a:buClr>
          <a:srgbClr val="4F6877"/>
        </a:buClr>
        <a:buFont typeface="Courier New" panose="02070309020205020404" pitchFamily="49" charset="0"/>
        <a:buChar char="o"/>
        <a:defRPr sz="1000" kern="1200">
          <a:solidFill>
            <a:srgbClr val="474749"/>
          </a:solidFill>
          <a:latin typeface="Goldplay Regular"/>
          <a:ea typeface="+mn-ea"/>
          <a:cs typeface="Arial" panose="020B0604020202020204" pitchFamily="34" charset="0"/>
        </a:defRPr>
      </a:lvl3pPr>
      <a:lvl4pPr marL="914400" indent="-228600" algn="l" defTabSz="914400" rtl="0" eaLnBrk="1" latinLnBrk="0" hangingPunct="1">
        <a:lnSpc>
          <a:spcPct val="100000"/>
        </a:lnSpc>
        <a:spcBef>
          <a:spcPts val="300"/>
        </a:spcBef>
        <a:buClr>
          <a:srgbClr val="4F6877"/>
        </a:buClr>
        <a:buFont typeface="Arial" panose="020B0604020202020204" pitchFamily="34" charset="0"/>
        <a:buChar char="−"/>
        <a:defRPr sz="1000" kern="1200">
          <a:solidFill>
            <a:srgbClr val="474749"/>
          </a:solidFill>
          <a:latin typeface="Goldplay Regular"/>
          <a:ea typeface="+mn-ea"/>
          <a:cs typeface="Arial" panose="020B0604020202020204" pitchFamily="34" charset="0"/>
        </a:defRPr>
      </a:lvl4pPr>
      <a:lvl5pPr marL="1143000" indent="-228600" algn="l" defTabSz="914400" rtl="0" eaLnBrk="1" latinLnBrk="0" hangingPunct="1">
        <a:lnSpc>
          <a:spcPct val="100000"/>
        </a:lnSpc>
        <a:spcBef>
          <a:spcPts val="300"/>
        </a:spcBef>
        <a:buClr>
          <a:srgbClr val="4F6877"/>
        </a:buClr>
        <a:buFont typeface="Wingdings" panose="05000000000000000000" pitchFamily="2" charset="2"/>
        <a:buChar char="Ø"/>
        <a:defRPr sz="1000" kern="1200">
          <a:solidFill>
            <a:srgbClr val="474749"/>
          </a:solidFill>
          <a:latin typeface="Goldplay Regular"/>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2160" userDrawn="1">
          <p15:clr>
            <a:srgbClr val="F26B43"/>
          </p15:clr>
        </p15:guide>
        <p15:guide id="3" orient="horz" pos="144" userDrawn="1">
          <p15:clr>
            <a:srgbClr val="F26B43"/>
          </p15:clr>
        </p15:guide>
        <p15:guide id="4" pos="144" userDrawn="1">
          <p15:clr>
            <a:srgbClr val="F26B43"/>
          </p15:clr>
        </p15:guide>
        <p15:guide id="5" pos="5616" userDrawn="1">
          <p15:clr>
            <a:srgbClr val="F26B43"/>
          </p15:clr>
        </p15:guide>
        <p15:guide id="6" orient="horz" pos="417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Layout" Target="../slideLayouts/slideLayout2.xml"/><Relationship Id="rId3" Type="http://schemas.openxmlformats.org/officeDocument/2006/relationships/oleObject" Target="../embeddings/oleObject11.bin"/><Relationship Id="rId4" Type="http://schemas.openxmlformats.org/officeDocument/2006/relationships/image" Target="../media/image5.emf"/><Relationship Id="rId5"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Layout" Target="../slideLayouts/slideLayout2.xml"/><Relationship Id="rId3" Type="http://schemas.openxmlformats.org/officeDocument/2006/relationships/oleObject" Target="../embeddings/oleObject11.bin"/><Relationship Id="rId4" Type="http://schemas.openxmlformats.org/officeDocument/2006/relationships/image" Target="../media/image5.emf"/><Relationship Id="rId5" Type="http://schemas.openxmlformats.org/officeDocument/2006/relationships/chart" Target="../charts/char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Month XX, XXXX">
            <a:extLst>
              <a:ext uri="{FF2B5EF4-FFF2-40B4-BE49-F238E27FC236}">
                <a16:creationId xmlns:a16="http://schemas.microsoft.com/office/drawing/2014/main" id="{81410DBA-2D45-4A8A-8B36-E62A954207FB}"/>
              </a:ext>
            </a:extLst>
          </p:cNvPr>
          <p:cNvSpPr txBox="1"/>
          <p:nvPr/>
        </p:nvSpPr>
        <p:spPr>
          <a:xfrm>
            <a:off x="5017977" y="5600170"/>
            <a:ext cx="3399560" cy="41036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gn="r">
              <a:defRPr sz="3000">
                <a:solidFill>
                  <a:srgbClr val="49A698"/>
                </a:solidFill>
                <a:latin typeface="Goldplay Bold"/>
                <a:ea typeface="Goldplay Bold"/>
                <a:cs typeface="Goldplay Bold"/>
                <a:sym typeface="Goldplay Bold"/>
              </a:defRPr>
            </a:lvl1pPr>
          </a:lstStyle>
          <a:p>
            <a:r>
              <a:rPr lang="en-US" sz="2000" dirty="0"/>
              <a:t>8-4-2026</a:t>
            </a:r>
            <a:endParaRPr lang="en-US" dirty="0"/>
          </a:p>
        </p:txBody>
      </p:sp>
      <p:sp>
        <p:nvSpPr>
          <p:cNvPr id="7" name="Name of Presentation">
            <a:extLst>
              <a:ext uri="{FF2B5EF4-FFF2-40B4-BE49-F238E27FC236}">
                <a16:creationId xmlns:a16="http://schemas.microsoft.com/office/drawing/2014/main" id="{BA4F959D-0BE2-486B-A2CF-5246F0AA3C19}"/>
              </a:ext>
            </a:extLst>
          </p:cNvPr>
          <p:cNvSpPr txBox="1"/>
          <p:nvPr/>
        </p:nvSpPr>
        <p:spPr>
          <a:xfrm>
            <a:off x="2914775" y="5008469"/>
            <a:ext cx="5502763" cy="47192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gn="r">
              <a:defRPr sz="3000">
                <a:solidFill>
                  <a:srgbClr val="49A698"/>
                </a:solidFill>
                <a:latin typeface="Goldplay Bold"/>
                <a:ea typeface="Goldplay Bold"/>
                <a:cs typeface="Goldplay Bold"/>
                <a:sym typeface="Goldplay Bold"/>
              </a:defRPr>
            </a:lvl1pPr>
          </a:lstStyle>
          <a:p>
            <a:r>
              <a:rPr lang="en-US" sz="2400" b="1" dirty="0"/>
              <a:t>Ortho Service Line Meeting </a:t>
            </a:r>
            <a:endParaRPr lang="en-US" dirty="0"/>
          </a:p>
        </p:txBody>
      </p:sp>
      <p:sp>
        <p:nvSpPr>
          <p:cNvPr id="4" name="Month XX, XXXX">
            <a:extLst>
              <a:ext uri="{FF2B5EF4-FFF2-40B4-BE49-F238E27FC236}">
                <a16:creationId xmlns:a16="http://schemas.microsoft.com/office/drawing/2014/main" id="{FAE3E9D9-D4DE-430C-A94C-D5910BA7741A}"/>
              </a:ext>
            </a:extLst>
          </p:cNvPr>
          <p:cNvSpPr txBox="1"/>
          <p:nvPr/>
        </p:nvSpPr>
        <p:spPr>
          <a:xfrm>
            <a:off x="5017977" y="6130316"/>
            <a:ext cx="3399560" cy="318036"/>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50800" tIns="50800" rIns="50800" bIns="50800" anchor="ctr">
            <a:spAutoFit/>
          </a:bodyPr>
          <a:lstStyle>
            <a:lvl1pPr algn="r">
              <a:defRPr sz="3000">
                <a:solidFill>
                  <a:srgbClr val="49A698"/>
                </a:solidFill>
                <a:latin typeface="Goldplay Bold"/>
                <a:ea typeface="Goldplay Bold"/>
                <a:cs typeface="Goldplay Bold"/>
                <a:sym typeface="Goldplay Bold"/>
              </a:defRPr>
            </a:lvl1pPr>
          </a:lstStyle>
          <a:p>
            <a:r>
              <a:rPr lang="en-US" sz="1400" b="1"/>
              <a:t>CONFIDENTIAL</a:t>
            </a:r>
            <a:endParaRPr sz="1400" b="1"/>
          </a:p>
        </p:txBody>
      </p:sp>
    </p:spTree>
    <p:extLst>
      <p:ext uri="{BB962C8B-B14F-4D97-AF65-F5344CB8AC3E}">
        <p14:creationId xmlns:p14="http://schemas.microsoft.com/office/powerpoint/2010/main" val="3627765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9C82E-6E58-3EEE-9F86-6561B69DD0BC}"/>
            </a:ext>
          </a:extLst>
        </p:cNvPr>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51F71570-D121-AEFC-F785-A23062DC1B0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15" name="Object 14" hidden="1">
                        <a:extLst>
                          <a:ext uri="{FF2B5EF4-FFF2-40B4-BE49-F238E27FC236}">
                            <a16:creationId xmlns:a16="http://schemas.microsoft.com/office/drawing/2014/main" id="{51F71570-D121-AEFC-F785-A23062DC1B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7C864D74-1094-FAF7-D2B9-8E6DE30023E3}"/>
              </a:ext>
            </a:extLst>
          </p:cNvPr>
          <p:cNvSpPr>
            <a:spLocks noGrp="1"/>
          </p:cNvSpPr>
          <p:nvPr>
            <p:ph type="title"/>
          </p:nvPr>
        </p:nvSpPr>
        <p:spPr/>
        <p:txBody>
          <a:bodyPr vert="horz"/>
          <a:lstStyle/>
          <a:p>
            <a:pPr algn="ctr"/>
            <a:r>
              <a:rPr lang="en-US" sz="2000" dirty="0">
                <a:latin typeface="Goldplay Bold"/>
                <a:cs typeface="Arial"/>
              </a:rPr>
              <a:t>New Patient Growth:  Joe </a:t>
            </a:r>
            <a:endParaRPr lang="en-US" dirty="0"/>
          </a:p>
        </p:txBody>
      </p:sp>
      <p:sp>
        <p:nvSpPr>
          <p:cNvPr id="5" name="Slide Number Placeholder 4">
            <a:extLst>
              <a:ext uri="{FF2B5EF4-FFF2-40B4-BE49-F238E27FC236}">
                <a16:creationId xmlns:a16="http://schemas.microsoft.com/office/drawing/2014/main" id="{BB1AE192-2E74-B648-6A31-397039FD7168}"/>
              </a:ext>
            </a:extLst>
          </p:cNvPr>
          <p:cNvSpPr>
            <a:spLocks noGrp="1"/>
          </p:cNvSpPr>
          <p:nvPr>
            <p:ph type="sldNum" sz="quarter" idx="4"/>
          </p:nvPr>
        </p:nvSpPr>
        <p:spPr/>
        <p:txBody>
          <a:bodyPr/>
          <a:lstStyle/>
          <a:p>
            <a:fld id="{E787E26D-2180-4E25-AB0B-12023A6BF6AE}" type="slidenum">
              <a:rPr lang="en-US" smtClean="0"/>
              <a:pPr/>
              <a:t>2</a:t>
            </a:fld>
            <a:endParaRPr lang="en-US"/>
          </a:p>
        </p:txBody>
      </p:sp>
      <p:sp>
        <p:nvSpPr>
          <p:cNvPr id="7" name="Footer Placeholder 3">
            <a:extLst>
              <a:ext uri="{FF2B5EF4-FFF2-40B4-BE49-F238E27FC236}">
                <a16:creationId xmlns:a16="http://schemas.microsoft.com/office/drawing/2014/main" id="{A797A0CA-1468-B69E-73B2-A87B2690BD91}"/>
              </a:ext>
            </a:extLst>
          </p:cNvPr>
          <p:cNvSpPr>
            <a:spLocks noGrp="1"/>
          </p:cNvSpPr>
          <p:nvPr>
            <p:ph type="ftr" sz="quarter" idx="3"/>
          </p:nvPr>
        </p:nvSpPr>
        <p:spPr>
          <a:xfrm>
            <a:off x="232338" y="6545404"/>
            <a:ext cx="8302062" cy="195313"/>
          </a:xfrm>
        </p:spPr>
        <p:txBody>
          <a:bodyPr/>
          <a:lstStyle/>
          <a:p>
            <a:endParaRPr lang="en-US"/>
          </a:p>
        </p:txBody>
      </p:sp>
      <p:sp>
        <p:nvSpPr>
          <p:cNvPr id="3" name="TextBox 2">
            <a:extLst>
              <a:ext uri="{FF2B5EF4-FFF2-40B4-BE49-F238E27FC236}">
                <a16:creationId xmlns:a16="http://schemas.microsoft.com/office/drawing/2014/main" id="{932BF95E-CCB1-2E6B-B6B5-1A6BAC44360B}"/>
              </a:ext>
            </a:extLst>
          </p:cNvPr>
          <p:cNvSpPr txBox="1"/>
          <p:nvPr/>
        </p:nvSpPr>
        <p:spPr>
          <a:xfrm>
            <a:off x="116633" y="933061"/>
            <a:ext cx="89107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dirty="0">
              <a:cs typeface="Arial"/>
            </a:endParaRPr>
          </a:p>
          <a:p>
            <a:pPr marL="628650" lvl="1" indent="-171450">
              <a:buFont typeface="Wingdings"/>
              <a:buChar char="§"/>
            </a:pPr>
            <a:endParaRPr lang="en-US" sz="1200" dirty="0">
              <a:cs typeface="Arial"/>
            </a:endParaRPr>
          </a:p>
        </p:txBody>
      </p:sp>
      <p:sp>
        <p:nvSpPr>
          <p:cNvPr id="16" name="TextBox 15"/>
          <p:cNvSpPr txBox="1"/>
          <p:nvPr/>
        </p:nvSpPr>
        <p:spPr>
          <a:xfrm>
            <a:off x="384048" y="914400"/>
            <a:ext cx="8375904" cy="384048"/>
          </a:xfrm>
          <a:prstGeom prst="rect">
            <a:avLst/>
          </a:prstGeom>
          <a:noFill/>
        </p:spPr>
        <p:txBody>
          <a:bodyPr wrap="square" lIns="0" rIns="0" tIns="0" bIns="0">
            <a:spAutoFit/>
          </a:bodyPr>
          <a:lstStyle/>
          <a:p>
            <a:pPr algn="l"/>
            <a:r>
              <a:rPr sz="1550" b="1">
                <a:solidFill>
                  <a:srgbClr val="363C40"/>
                </a:solidFill>
                <a:latin typeface="Arial"/>
              </a:rPr>
              <a:t>Q2 vs. Q1: Ortho new patients grew 15%</a:t>
            </a:r>
          </a:p>
        </p:txBody>
      </p:sp>
      <p:sp>
        <p:nvSpPr>
          <p:cNvPr id="17" name="TextBox 16"/>
          <p:cNvSpPr txBox="1"/>
          <p:nvPr/>
        </p:nvSpPr>
        <p:spPr>
          <a:xfrm>
            <a:off x="384048" y="1298448"/>
            <a:ext cx="8375904" cy="274320"/>
          </a:xfrm>
          <a:prstGeom prst="rect">
            <a:avLst/>
          </a:prstGeom>
          <a:noFill/>
        </p:spPr>
        <p:txBody>
          <a:bodyPr wrap="square" lIns="0" rIns="0" tIns="0" bIns="0">
            <a:spAutoFit/>
          </a:bodyPr>
          <a:lstStyle/>
          <a:p>
            <a:pPr algn="l"/>
            <a:r>
              <a:rPr sz="1050" b="0">
                <a:solidFill>
                  <a:srgbClr val="6B7276"/>
                </a:solidFill>
                <a:latin typeface="Arial"/>
              </a:rPr>
              <a:t>1,449 new patients in Q2 against 1,256 in Q1 — an increase of 193 patients.</a:t>
            </a:r>
          </a:p>
        </p:txBody>
      </p:sp>
      <p:sp>
        <p:nvSpPr>
          <p:cNvPr id="18" name="Rounded Rectangle 17"/>
          <p:cNvSpPr/>
          <p:nvPr/>
        </p:nvSpPr>
        <p:spPr>
          <a:xfrm>
            <a:off x="384048" y="1700784"/>
            <a:ext cx="1975104" cy="1097280"/>
          </a:xfrm>
          <a:prstGeom prst="roundRect">
            <a:avLst>
              <a:gd name="adj" fmla="val 8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0352" y="1828800"/>
            <a:ext cx="1682496" cy="548640"/>
          </a:xfrm>
          <a:prstGeom prst="rect">
            <a:avLst/>
          </a:prstGeom>
          <a:noFill/>
        </p:spPr>
        <p:txBody>
          <a:bodyPr wrap="square" lIns="0" rIns="0" tIns="0" bIns="0">
            <a:spAutoFit/>
          </a:bodyPr>
          <a:lstStyle/>
          <a:p>
            <a:pPr algn="l"/>
            <a:r>
              <a:rPr sz="3000" b="1">
                <a:solidFill>
                  <a:srgbClr val="363C40"/>
                </a:solidFill>
                <a:latin typeface="Arial"/>
              </a:rPr>
              <a:t>1,256</a:t>
            </a:r>
          </a:p>
        </p:txBody>
      </p:sp>
      <p:sp>
        <p:nvSpPr>
          <p:cNvPr id="20" name="TextBox 19"/>
          <p:cNvSpPr txBox="1"/>
          <p:nvPr/>
        </p:nvSpPr>
        <p:spPr>
          <a:xfrm>
            <a:off x="530352" y="2395728"/>
            <a:ext cx="1682496" cy="292607"/>
          </a:xfrm>
          <a:prstGeom prst="rect">
            <a:avLst/>
          </a:prstGeom>
          <a:noFill/>
        </p:spPr>
        <p:txBody>
          <a:bodyPr wrap="square" lIns="0" rIns="0" tIns="0" bIns="0">
            <a:spAutoFit/>
          </a:bodyPr>
          <a:lstStyle/>
          <a:p>
            <a:pPr algn="l"/>
            <a:r>
              <a:rPr sz="950" b="0">
                <a:solidFill>
                  <a:srgbClr val="363C40"/>
                </a:solidFill>
                <a:latin typeface="Arial"/>
              </a:rPr>
              <a:t>New Ortho patients in Q1</a:t>
            </a:r>
          </a:p>
          <a:p>
            <a:pPr algn="l"/>
            <a:r>
              <a:rPr sz="950" b="0">
                <a:solidFill>
                  <a:srgbClr val="363C40"/>
                </a:solidFill>
                <a:latin typeface="Arial"/>
              </a:rPr>
              <a:t>(January–March)</a:t>
            </a:r>
          </a:p>
        </p:txBody>
      </p:sp>
      <p:sp>
        <p:nvSpPr>
          <p:cNvPr id="21" name="Rounded Rectangle 20"/>
          <p:cNvSpPr/>
          <p:nvPr/>
        </p:nvSpPr>
        <p:spPr>
          <a:xfrm>
            <a:off x="2532888" y="1700784"/>
            <a:ext cx="1975104" cy="1097280"/>
          </a:xfrm>
          <a:prstGeom prst="roundRect">
            <a:avLst>
              <a:gd name="adj" fmla="val 8000"/>
            </a:avLst>
          </a:prstGeom>
          <a:solidFill>
            <a:srgbClr val="EE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679192" y="1828800"/>
            <a:ext cx="1682496" cy="548640"/>
          </a:xfrm>
          <a:prstGeom prst="rect">
            <a:avLst/>
          </a:prstGeom>
          <a:noFill/>
        </p:spPr>
        <p:txBody>
          <a:bodyPr wrap="square" lIns="0" rIns="0" tIns="0" bIns="0">
            <a:spAutoFit/>
          </a:bodyPr>
          <a:lstStyle/>
          <a:p>
            <a:pPr algn="l"/>
            <a:r>
              <a:rPr sz="3000" b="1">
                <a:solidFill>
                  <a:srgbClr val="49A698"/>
                </a:solidFill>
                <a:latin typeface="Arial"/>
              </a:rPr>
              <a:t>1,449</a:t>
            </a:r>
          </a:p>
        </p:txBody>
      </p:sp>
      <p:sp>
        <p:nvSpPr>
          <p:cNvPr id="23" name="TextBox 22"/>
          <p:cNvSpPr txBox="1"/>
          <p:nvPr/>
        </p:nvSpPr>
        <p:spPr>
          <a:xfrm>
            <a:off x="2679192" y="2395728"/>
            <a:ext cx="1682496" cy="292607"/>
          </a:xfrm>
          <a:prstGeom prst="rect">
            <a:avLst/>
          </a:prstGeom>
          <a:noFill/>
        </p:spPr>
        <p:txBody>
          <a:bodyPr wrap="square" lIns="0" rIns="0" tIns="0" bIns="0">
            <a:spAutoFit/>
          </a:bodyPr>
          <a:lstStyle/>
          <a:p>
            <a:pPr algn="l"/>
            <a:r>
              <a:rPr sz="950" b="0">
                <a:solidFill>
                  <a:srgbClr val="363C40"/>
                </a:solidFill>
                <a:latin typeface="Arial"/>
              </a:rPr>
              <a:t>New Ortho patients in Q2</a:t>
            </a:r>
          </a:p>
          <a:p>
            <a:pPr algn="l"/>
            <a:r>
              <a:rPr sz="950" b="0">
                <a:solidFill>
                  <a:srgbClr val="363C40"/>
                </a:solidFill>
                <a:latin typeface="Arial"/>
              </a:rPr>
              <a:t>(April–June)</a:t>
            </a:r>
          </a:p>
        </p:txBody>
      </p:sp>
      <p:sp>
        <p:nvSpPr>
          <p:cNvPr id="24" name="Rounded Rectangle 23"/>
          <p:cNvSpPr/>
          <p:nvPr/>
        </p:nvSpPr>
        <p:spPr>
          <a:xfrm>
            <a:off x="4681728" y="1700784"/>
            <a:ext cx="1975104" cy="1097280"/>
          </a:xfrm>
          <a:prstGeom prst="roundRect">
            <a:avLst>
              <a:gd name="adj" fmla="val 8000"/>
            </a:avLst>
          </a:prstGeom>
          <a:solidFill>
            <a:srgbClr val="EE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828032" y="1828800"/>
            <a:ext cx="1682496" cy="548640"/>
          </a:xfrm>
          <a:prstGeom prst="rect">
            <a:avLst/>
          </a:prstGeom>
          <a:noFill/>
        </p:spPr>
        <p:txBody>
          <a:bodyPr wrap="square" lIns="0" rIns="0" tIns="0" bIns="0">
            <a:spAutoFit/>
          </a:bodyPr>
          <a:lstStyle/>
          <a:p>
            <a:pPr algn="l"/>
            <a:r>
              <a:rPr sz="3000" b="1">
                <a:solidFill>
                  <a:srgbClr val="49A698"/>
                </a:solidFill>
                <a:latin typeface="Arial"/>
              </a:rPr>
              <a:t>+15.4%</a:t>
            </a:r>
          </a:p>
        </p:txBody>
      </p:sp>
      <p:sp>
        <p:nvSpPr>
          <p:cNvPr id="26" name="TextBox 25"/>
          <p:cNvSpPr txBox="1"/>
          <p:nvPr/>
        </p:nvSpPr>
        <p:spPr>
          <a:xfrm>
            <a:off x="4828032" y="2395728"/>
            <a:ext cx="1682496" cy="292607"/>
          </a:xfrm>
          <a:prstGeom prst="rect">
            <a:avLst/>
          </a:prstGeom>
          <a:noFill/>
        </p:spPr>
        <p:txBody>
          <a:bodyPr wrap="square" lIns="0" rIns="0" tIns="0" bIns="0">
            <a:spAutoFit/>
          </a:bodyPr>
          <a:lstStyle/>
          <a:p>
            <a:pPr algn="l"/>
            <a:r>
              <a:rPr sz="950" b="0">
                <a:solidFill>
                  <a:srgbClr val="363C40"/>
                </a:solidFill>
                <a:latin typeface="Arial"/>
              </a:rPr>
              <a:t>Q2 growth over Q1</a:t>
            </a:r>
          </a:p>
          <a:p>
            <a:pPr algn="l"/>
            <a:r>
              <a:rPr sz="950" b="0">
                <a:solidFill>
                  <a:srgbClr val="363C40"/>
                </a:solidFill>
                <a:latin typeface="Arial"/>
              </a:rPr>
              <a:t>(+193 patients)</a:t>
            </a:r>
          </a:p>
        </p:txBody>
      </p:sp>
      <p:sp>
        <p:nvSpPr>
          <p:cNvPr id="27" name="Rounded Rectangle 26"/>
          <p:cNvSpPr/>
          <p:nvPr/>
        </p:nvSpPr>
        <p:spPr>
          <a:xfrm>
            <a:off x="6830568" y="1700784"/>
            <a:ext cx="1975104" cy="1097280"/>
          </a:xfrm>
          <a:prstGeom prst="roundRect">
            <a:avLst>
              <a:gd name="adj" fmla="val 8000"/>
            </a:avLst>
          </a:prstGeom>
          <a:solidFill>
            <a:srgbClr val="FAEE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76872" y="1828800"/>
            <a:ext cx="1682496" cy="548640"/>
          </a:xfrm>
          <a:prstGeom prst="rect">
            <a:avLst/>
          </a:prstGeom>
          <a:noFill/>
        </p:spPr>
        <p:txBody>
          <a:bodyPr wrap="square" lIns="0" rIns="0" tIns="0" bIns="0">
            <a:spAutoFit/>
          </a:bodyPr>
          <a:lstStyle/>
          <a:p>
            <a:pPr algn="l"/>
            <a:r>
              <a:rPr sz="3000" b="1">
                <a:solidFill>
                  <a:srgbClr val="CE4A57"/>
                </a:solidFill>
                <a:latin typeface="Arial"/>
              </a:rPr>
              <a:t>90%</a:t>
            </a:r>
          </a:p>
        </p:txBody>
      </p:sp>
      <p:sp>
        <p:nvSpPr>
          <p:cNvPr id="29" name="TextBox 28"/>
          <p:cNvSpPr txBox="1"/>
          <p:nvPr/>
        </p:nvSpPr>
        <p:spPr>
          <a:xfrm>
            <a:off x="6976872" y="2395728"/>
            <a:ext cx="1682496" cy="292607"/>
          </a:xfrm>
          <a:prstGeom prst="rect">
            <a:avLst/>
          </a:prstGeom>
          <a:noFill/>
        </p:spPr>
        <p:txBody>
          <a:bodyPr wrap="square" lIns="0" rIns="0" tIns="0" bIns="0">
            <a:spAutoFit/>
          </a:bodyPr>
          <a:lstStyle/>
          <a:p>
            <a:pPr algn="l"/>
            <a:r>
              <a:rPr sz="950" b="0">
                <a:solidFill>
                  <a:srgbClr val="363C40"/>
                </a:solidFill>
                <a:latin typeface="Arial"/>
              </a:rPr>
              <a:t>Of the Q2 plan of 1,607,</a:t>
            </a:r>
          </a:p>
          <a:p>
            <a:pPr algn="l"/>
            <a:r>
              <a:rPr sz="950" b="0">
                <a:solidFill>
                  <a:srgbClr val="363C40"/>
                </a:solidFill>
                <a:latin typeface="Arial"/>
              </a:rPr>
              <a:t>up from 84% in Q1</a:t>
            </a:r>
          </a:p>
        </p:txBody>
      </p:sp>
      <p:sp>
        <p:nvSpPr>
          <p:cNvPr id="30" name="TextBox 29"/>
          <p:cNvSpPr txBox="1"/>
          <p:nvPr/>
        </p:nvSpPr>
        <p:spPr>
          <a:xfrm>
            <a:off x="384048" y="2980944"/>
            <a:ext cx="8375904" cy="237744"/>
          </a:xfrm>
          <a:prstGeom prst="rect">
            <a:avLst/>
          </a:prstGeom>
          <a:noFill/>
        </p:spPr>
        <p:txBody>
          <a:bodyPr wrap="square" lIns="0" rIns="0" tIns="0" bIns="0">
            <a:spAutoFit/>
          </a:bodyPr>
          <a:lstStyle/>
          <a:p>
            <a:pPr algn="l"/>
            <a:r>
              <a:rPr sz="1100" b="1">
                <a:solidFill>
                  <a:srgbClr val="363C40"/>
                </a:solidFill>
                <a:latin typeface="Arial"/>
              </a:rPr>
              <a:t>New Ortho patients by month, actual vs. plan</a:t>
            </a:r>
          </a:p>
        </p:txBody>
      </p:sp>
      <p:graphicFrame>
        <p:nvGraphicFramePr>
          <p:cNvPr id="31" name="Chart 30"/>
          <p:cNvGraphicFramePr>
            <a:graphicFrameLocks noGrp="1"/>
          </p:cNvGraphicFramePr>
          <p:nvPr/>
        </p:nvGraphicFramePr>
        <p:xfrm>
          <a:off x="274320" y="3236976"/>
          <a:ext cx="8595360" cy="2395728"/>
        </p:xfrm>
        <a:graphic>
          <a:graphicData uri="http://schemas.openxmlformats.org/drawingml/2006/chart">
            <c:chart xmlns:c="http://schemas.openxmlformats.org/drawingml/2006/chart" r:id="rId5"/>
          </a:graphicData>
        </a:graphic>
      </p:graphicFrame>
      <p:sp>
        <p:nvSpPr>
          <p:cNvPr id="32" name="TextBox 31"/>
          <p:cNvSpPr txBox="1"/>
          <p:nvPr/>
        </p:nvSpPr>
        <p:spPr>
          <a:xfrm>
            <a:off x="384048" y="5724144"/>
            <a:ext cx="8375904" cy="530352"/>
          </a:xfrm>
          <a:prstGeom prst="rect">
            <a:avLst/>
          </a:prstGeom>
          <a:noFill/>
        </p:spPr>
        <p:txBody>
          <a:bodyPr wrap="square" lIns="0" rIns="0" tIns="0" bIns="0">
            <a:spAutoFit/>
          </a:bodyPr>
          <a:lstStyle/>
          <a:p>
            <a:pPr algn="l"/>
            <a:r>
              <a:rPr sz="1050" b="0">
                <a:solidFill>
                  <a:srgbClr val="363C40"/>
                </a:solidFill>
                <a:latin typeface="Arial"/>
              </a:rPr>
              <a:t>Every month in Q2 was above every month in Q1. Adjusted for the number of clinic days, Q2 ran 22.6 new patients per day against 19.9 in Q1, an increase of 13.6%. May finished above plan; March was the weakest month of the year at 74% of plan.</a:t>
            </a:r>
          </a:p>
        </p:txBody>
      </p:sp>
      <p:sp>
        <p:nvSpPr>
          <p:cNvPr id="33" name="TextBox 32"/>
          <p:cNvSpPr txBox="1"/>
          <p:nvPr/>
        </p:nvSpPr>
        <p:spPr>
          <a:xfrm>
            <a:off x="384048" y="6309360"/>
            <a:ext cx="8375904" cy="182880"/>
          </a:xfrm>
          <a:prstGeom prst="rect">
            <a:avLst/>
          </a:prstGeom>
          <a:noFill/>
        </p:spPr>
        <p:txBody>
          <a:bodyPr wrap="square" lIns="0" rIns="0" tIns="0" bIns="0">
            <a:spAutoFit/>
          </a:bodyPr>
          <a:lstStyle/>
          <a:p>
            <a:pPr algn="l"/>
            <a:r>
              <a:rPr sz="750" b="0">
                <a:solidFill>
                  <a:srgbClr val="6B7276"/>
                </a:solidFill>
                <a:latin typeface="Arial"/>
              </a:rPr>
              <a:t>Source: EMR new-patient report, first appointment date, pulled 30 July 2026. Plan = 2026 Ortho budget.</a:t>
            </a:r>
          </a:p>
        </p:txBody>
      </p:sp>
    </p:spTree>
    <p:extLst>
      <p:ext uri="{BB962C8B-B14F-4D97-AF65-F5344CB8AC3E}">
        <p14:creationId xmlns:p14="http://schemas.microsoft.com/office/powerpoint/2010/main" val="644394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05C8A-33A9-F4B6-3556-116690268164}"/>
            </a:ext>
          </a:extLst>
        </p:cNvPr>
        <p:cNvGrpSpPr/>
        <p:nvPr/>
      </p:nvGrpSpPr>
      <p:grpSpPr>
        <a:xfrm>
          <a:off x="0" y="0"/>
          <a:ext cx="0" cy="0"/>
          <a:chOff x="0" y="0"/>
          <a:chExt cx="0" cy="0"/>
        </a:xfrm>
      </p:grpSpPr>
      <p:graphicFrame>
        <p:nvGraphicFramePr>
          <p:cNvPr id="15" name="Object 14" hidden="1">
            <a:extLst>
              <a:ext uri="{FF2B5EF4-FFF2-40B4-BE49-F238E27FC236}">
                <a16:creationId xmlns:a16="http://schemas.microsoft.com/office/drawing/2014/main" id="{924E56D5-E3EA-DD1C-29A9-DBCBC7AB2FF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624" imgH="623" progId="TCLayout.ActiveDocument.1">
                  <p:embed/>
                </p:oleObj>
              </mc:Choice>
              <mc:Fallback>
                <p:oleObj name="think-cell Slide" r:id="rId3" imgW="624" imgH="623" progId="TCLayout.ActiveDocument.1">
                  <p:embed/>
                  <p:pic>
                    <p:nvPicPr>
                      <p:cNvPr id="15" name="Object 14" hidden="1">
                        <a:extLst>
                          <a:ext uri="{FF2B5EF4-FFF2-40B4-BE49-F238E27FC236}">
                            <a16:creationId xmlns:a16="http://schemas.microsoft.com/office/drawing/2014/main" id="{924E56D5-E3EA-DD1C-29A9-DBCBC7AB2FF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84C31EFA-1251-5062-BFAB-1F28A4491C55}"/>
              </a:ext>
            </a:extLst>
          </p:cNvPr>
          <p:cNvSpPr>
            <a:spLocks noGrp="1"/>
          </p:cNvSpPr>
          <p:nvPr>
            <p:ph type="title"/>
          </p:nvPr>
        </p:nvSpPr>
        <p:spPr/>
        <p:txBody>
          <a:bodyPr vert="horz"/>
          <a:lstStyle/>
          <a:p>
            <a:pPr algn="ctr"/>
            <a:r>
              <a:rPr lang="en-US" sz="2000" dirty="0">
                <a:latin typeface="Goldplay Bold"/>
                <a:cs typeface="Arial"/>
              </a:rPr>
              <a:t>New Patient Growth:  Joe </a:t>
            </a:r>
            <a:endParaRPr lang="en-US" dirty="0"/>
          </a:p>
        </p:txBody>
      </p:sp>
      <p:sp>
        <p:nvSpPr>
          <p:cNvPr id="5" name="Slide Number Placeholder 4">
            <a:extLst>
              <a:ext uri="{FF2B5EF4-FFF2-40B4-BE49-F238E27FC236}">
                <a16:creationId xmlns:a16="http://schemas.microsoft.com/office/drawing/2014/main" id="{BA40D21A-C132-5082-D036-6A004C4C2359}"/>
              </a:ext>
            </a:extLst>
          </p:cNvPr>
          <p:cNvSpPr>
            <a:spLocks noGrp="1"/>
          </p:cNvSpPr>
          <p:nvPr>
            <p:ph type="sldNum" sz="quarter" idx="4"/>
          </p:nvPr>
        </p:nvSpPr>
        <p:spPr/>
        <p:txBody>
          <a:bodyPr/>
          <a:lstStyle/>
          <a:p>
            <a:fld id="{E787E26D-2180-4E25-AB0B-12023A6BF6AE}" type="slidenum">
              <a:rPr lang="en-US" smtClean="0"/>
              <a:pPr/>
              <a:t>3</a:t>
            </a:fld>
            <a:endParaRPr lang="en-US"/>
          </a:p>
        </p:txBody>
      </p:sp>
      <p:sp>
        <p:nvSpPr>
          <p:cNvPr id="7" name="Footer Placeholder 3">
            <a:extLst>
              <a:ext uri="{FF2B5EF4-FFF2-40B4-BE49-F238E27FC236}">
                <a16:creationId xmlns:a16="http://schemas.microsoft.com/office/drawing/2014/main" id="{6719920F-7417-B20E-07BE-AD3D53877B6A}"/>
              </a:ext>
            </a:extLst>
          </p:cNvPr>
          <p:cNvSpPr>
            <a:spLocks noGrp="1"/>
          </p:cNvSpPr>
          <p:nvPr>
            <p:ph type="ftr" sz="quarter" idx="3"/>
          </p:nvPr>
        </p:nvSpPr>
        <p:spPr>
          <a:xfrm>
            <a:off x="232338" y="6545404"/>
            <a:ext cx="8302062" cy="195313"/>
          </a:xfrm>
        </p:spPr>
        <p:txBody>
          <a:bodyPr/>
          <a:lstStyle/>
          <a:p>
            <a:endParaRPr lang="en-US"/>
          </a:p>
        </p:txBody>
      </p:sp>
      <p:sp>
        <p:nvSpPr>
          <p:cNvPr id="3" name="TextBox 2">
            <a:extLst>
              <a:ext uri="{FF2B5EF4-FFF2-40B4-BE49-F238E27FC236}">
                <a16:creationId xmlns:a16="http://schemas.microsoft.com/office/drawing/2014/main" id="{FCB55680-7A34-8C3D-EEFF-C388D6E8B612}"/>
              </a:ext>
            </a:extLst>
          </p:cNvPr>
          <p:cNvSpPr txBox="1"/>
          <p:nvPr/>
        </p:nvSpPr>
        <p:spPr>
          <a:xfrm>
            <a:off x="116633" y="933061"/>
            <a:ext cx="8910734"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1600" dirty="0">
              <a:cs typeface="Arial"/>
            </a:endParaRPr>
          </a:p>
          <a:p>
            <a:pPr marL="628650" lvl="1" indent="-171450">
              <a:buFont typeface="Wingdings"/>
              <a:buChar char="§"/>
            </a:pPr>
            <a:endParaRPr lang="en-US" sz="1200" dirty="0">
              <a:cs typeface="Arial"/>
            </a:endParaRPr>
          </a:p>
        </p:txBody>
      </p:sp>
      <p:sp>
        <p:nvSpPr>
          <p:cNvPr id="16" name="TextBox 15"/>
          <p:cNvSpPr txBox="1"/>
          <p:nvPr/>
        </p:nvSpPr>
        <p:spPr>
          <a:xfrm>
            <a:off x="384048" y="914400"/>
            <a:ext cx="8375904" cy="384048"/>
          </a:xfrm>
          <a:prstGeom prst="rect">
            <a:avLst/>
          </a:prstGeom>
          <a:noFill/>
        </p:spPr>
        <p:txBody>
          <a:bodyPr wrap="square" lIns="0" rIns="0" tIns="0" bIns="0">
            <a:spAutoFit/>
          </a:bodyPr>
          <a:lstStyle/>
          <a:p>
            <a:pPr algn="l"/>
            <a:r>
              <a:rPr sz="1550" b="1">
                <a:solidFill>
                  <a:srgbClr val="363C40"/>
                </a:solidFill>
                <a:latin typeface="Arial"/>
              </a:rPr>
              <a:t>Q3 to date: July was the strongest month of 2026</a:t>
            </a:r>
          </a:p>
        </p:txBody>
      </p:sp>
      <p:sp>
        <p:nvSpPr>
          <p:cNvPr id="17" name="TextBox 16"/>
          <p:cNvSpPr txBox="1"/>
          <p:nvPr/>
        </p:nvSpPr>
        <p:spPr>
          <a:xfrm>
            <a:off x="384048" y="1298448"/>
            <a:ext cx="8375904" cy="274320"/>
          </a:xfrm>
          <a:prstGeom prst="rect">
            <a:avLst/>
          </a:prstGeom>
          <a:noFill/>
        </p:spPr>
        <p:txBody>
          <a:bodyPr wrap="square" lIns="0" rIns="0" tIns="0" bIns="0">
            <a:spAutoFit/>
          </a:bodyPr>
          <a:lstStyle/>
          <a:p>
            <a:pPr algn="l"/>
            <a:r>
              <a:rPr sz="1050" b="0">
                <a:solidFill>
                  <a:srgbClr val="6B7276"/>
                </a:solidFill>
                <a:latin typeface="Arial"/>
              </a:rPr>
              <a:t>Q3 is one month in. August and September remain.</a:t>
            </a:r>
          </a:p>
        </p:txBody>
      </p:sp>
      <p:sp>
        <p:nvSpPr>
          <p:cNvPr id="18" name="Rounded Rectangle 17"/>
          <p:cNvSpPr/>
          <p:nvPr/>
        </p:nvSpPr>
        <p:spPr>
          <a:xfrm>
            <a:off x="384048" y="1700784"/>
            <a:ext cx="1975104" cy="1097280"/>
          </a:xfrm>
          <a:prstGeom prst="roundRect">
            <a:avLst>
              <a:gd name="adj" fmla="val 8000"/>
            </a:avLst>
          </a:prstGeom>
          <a:solidFill>
            <a:srgbClr val="EE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30352" y="1828800"/>
            <a:ext cx="1682496" cy="548640"/>
          </a:xfrm>
          <a:prstGeom prst="rect">
            <a:avLst/>
          </a:prstGeom>
          <a:noFill/>
        </p:spPr>
        <p:txBody>
          <a:bodyPr wrap="square" lIns="0" rIns="0" tIns="0" bIns="0">
            <a:spAutoFit/>
          </a:bodyPr>
          <a:lstStyle/>
          <a:p>
            <a:pPr algn="l"/>
            <a:r>
              <a:rPr sz="3000" b="1">
                <a:solidFill>
                  <a:srgbClr val="49A698"/>
                </a:solidFill>
                <a:latin typeface="Arial"/>
              </a:rPr>
              <a:t>534</a:t>
            </a:r>
          </a:p>
        </p:txBody>
      </p:sp>
      <p:sp>
        <p:nvSpPr>
          <p:cNvPr id="20" name="TextBox 19"/>
          <p:cNvSpPr txBox="1"/>
          <p:nvPr/>
        </p:nvSpPr>
        <p:spPr>
          <a:xfrm>
            <a:off x="530352" y="2395728"/>
            <a:ext cx="1682496" cy="292607"/>
          </a:xfrm>
          <a:prstGeom prst="rect">
            <a:avLst/>
          </a:prstGeom>
          <a:noFill/>
        </p:spPr>
        <p:txBody>
          <a:bodyPr wrap="square" lIns="0" rIns="0" tIns="0" bIns="0">
            <a:spAutoFit/>
          </a:bodyPr>
          <a:lstStyle/>
          <a:p>
            <a:pPr algn="l"/>
            <a:r>
              <a:rPr sz="950" b="0">
                <a:solidFill>
                  <a:srgbClr val="363C40"/>
                </a:solidFill>
                <a:latin typeface="Arial"/>
              </a:rPr>
              <a:t>New Ortho patients in July —</a:t>
            </a:r>
          </a:p>
          <a:p>
            <a:pPr algn="l"/>
            <a:r>
              <a:rPr sz="950" b="0">
                <a:solidFill>
                  <a:srgbClr val="363C40"/>
                </a:solidFill>
                <a:latin typeface="Arial"/>
              </a:rPr>
              <a:t>the most in any month this year</a:t>
            </a:r>
          </a:p>
        </p:txBody>
      </p:sp>
      <p:sp>
        <p:nvSpPr>
          <p:cNvPr id="21" name="Rounded Rectangle 20"/>
          <p:cNvSpPr/>
          <p:nvPr/>
        </p:nvSpPr>
        <p:spPr>
          <a:xfrm>
            <a:off x="2532888" y="1700784"/>
            <a:ext cx="1975104" cy="1097280"/>
          </a:xfrm>
          <a:prstGeom prst="roundRect">
            <a:avLst>
              <a:gd name="adj" fmla="val 8000"/>
            </a:avLst>
          </a:prstGeom>
          <a:solidFill>
            <a:srgbClr val="EE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2679192" y="1828800"/>
            <a:ext cx="1682496" cy="548640"/>
          </a:xfrm>
          <a:prstGeom prst="rect">
            <a:avLst/>
          </a:prstGeom>
          <a:noFill/>
        </p:spPr>
        <p:txBody>
          <a:bodyPr wrap="square" lIns="0" rIns="0" tIns="0" bIns="0">
            <a:spAutoFit/>
          </a:bodyPr>
          <a:lstStyle/>
          <a:p>
            <a:pPr algn="l"/>
            <a:r>
              <a:rPr sz="3000" b="1">
                <a:solidFill>
                  <a:srgbClr val="49A698"/>
                </a:solidFill>
                <a:latin typeface="Arial"/>
              </a:rPr>
              <a:t>102%</a:t>
            </a:r>
          </a:p>
        </p:txBody>
      </p:sp>
      <p:sp>
        <p:nvSpPr>
          <p:cNvPr id="23" name="TextBox 22"/>
          <p:cNvSpPr txBox="1"/>
          <p:nvPr/>
        </p:nvSpPr>
        <p:spPr>
          <a:xfrm>
            <a:off x="2679192" y="2395728"/>
            <a:ext cx="1682496" cy="292607"/>
          </a:xfrm>
          <a:prstGeom prst="rect">
            <a:avLst/>
          </a:prstGeom>
          <a:noFill/>
        </p:spPr>
        <p:txBody>
          <a:bodyPr wrap="square" lIns="0" rIns="0" tIns="0" bIns="0">
            <a:spAutoFit/>
          </a:bodyPr>
          <a:lstStyle/>
          <a:p>
            <a:pPr algn="l"/>
            <a:r>
              <a:rPr sz="950" b="0">
                <a:solidFill>
                  <a:srgbClr val="363C40"/>
                </a:solidFill>
                <a:latin typeface="Arial"/>
              </a:rPr>
              <a:t>Of the July plan of 523 —</a:t>
            </a:r>
          </a:p>
          <a:p>
            <a:pPr algn="l"/>
            <a:r>
              <a:rPr sz="950" b="0">
                <a:solidFill>
                  <a:srgbClr val="363C40"/>
                </a:solidFill>
                <a:latin typeface="Arial"/>
              </a:rPr>
              <a:t>the best attainment this year</a:t>
            </a:r>
          </a:p>
        </p:txBody>
      </p:sp>
      <p:sp>
        <p:nvSpPr>
          <p:cNvPr id="24" name="Rounded Rectangle 23"/>
          <p:cNvSpPr/>
          <p:nvPr/>
        </p:nvSpPr>
        <p:spPr>
          <a:xfrm>
            <a:off x="4681728" y="1700784"/>
            <a:ext cx="1975104" cy="1097280"/>
          </a:xfrm>
          <a:prstGeom prst="roundRect">
            <a:avLst>
              <a:gd name="adj" fmla="val 8000"/>
            </a:avLst>
          </a:prstGeom>
          <a:solidFill>
            <a:srgbClr val="EEF4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4828032" y="1828800"/>
            <a:ext cx="1682496" cy="548640"/>
          </a:xfrm>
          <a:prstGeom prst="rect">
            <a:avLst/>
          </a:prstGeom>
          <a:noFill/>
        </p:spPr>
        <p:txBody>
          <a:bodyPr wrap="square" lIns="0" rIns="0" tIns="0" bIns="0">
            <a:spAutoFit/>
          </a:bodyPr>
          <a:lstStyle/>
          <a:p>
            <a:pPr algn="l"/>
            <a:r>
              <a:rPr sz="3000" b="1">
                <a:solidFill>
                  <a:srgbClr val="49A698"/>
                </a:solidFill>
                <a:latin typeface="Arial"/>
              </a:rPr>
              <a:t>24.3</a:t>
            </a:r>
          </a:p>
        </p:txBody>
      </p:sp>
      <p:sp>
        <p:nvSpPr>
          <p:cNvPr id="26" name="TextBox 25"/>
          <p:cNvSpPr txBox="1"/>
          <p:nvPr/>
        </p:nvSpPr>
        <p:spPr>
          <a:xfrm>
            <a:off x="4828032" y="2395728"/>
            <a:ext cx="1682496" cy="292607"/>
          </a:xfrm>
          <a:prstGeom prst="rect">
            <a:avLst/>
          </a:prstGeom>
          <a:noFill/>
        </p:spPr>
        <p:txBody>
          <a:bodyPr wrap="square" lIns="0" rIns="0" tIns="0" bIns="0">
            <a:spAutoFit/>
          </a:bodyPr>
          <a:lstStyle/>
          <a:p>
            <a:pPr algn="l"/>
            <a:r>
              <a:rPr sz="950" b="0">
                <a:solidFill>
                  <a:srgbClr val="363C40"/>
                </a:solidFill>
                <a:latin typeface="Arial"/>
              </a:rPr>
              <a:t>New patients per clinic day,</a:t>
            </a:r>
          </a:p>
          <a:p>
            <a:pPr algn="l"/>
            <a:r>
              <a:rPr sz="950" b="0">
                <a:solidFill>
                  <a:srgbClr val="363C40"/>
                </a:solidFill>
                <a:latin typeface="Arial"/>
              </a:rPr>
              <a:t>up from 22.6 in Q2</a:t>
            </a:r>
          </a:p>
        </p:txBody>
      </p:sp>
      <p:sp>
        <p:nvSpPr>
          <p:cNvPr id="27" name="Rounded Rectangle 26"/>
          <p:cNvSpPr/>
          <p:nvPr/>
        </p:nvSpPr>
        <p:spPr>
          <a:xfrm>
            <a:off x="6830568" y="1700784"/>
            <a:ext cx="1975104" cy="1097280"/>
          </a:xfrm>
          <a:prstGeom prst="roundRect">
            <a:avLst>
              <a:gd name="adj" fmla="val 8000"/>
            </a:avLst>
          </a:prstGeom>
          <a:solidFill>
            <a:srgbClr val="F4F6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976872" y="1828800"/>
            <a:ext cx="1682496" cy="548640"/>
          </a:xfrm>
          <a:prstGeom prst="rect">
            <a:avLst/>
          </a:prstGeom>
          <a:noFill/>
        </p:spPr>
        <p:txBody>
          <a:bodyPr wrap="square" lIns="0" rIns="0" tIns="0" bIns="0">
            <a:spAutoFit/>
          </a:bodyPr>
          <a:lstStyle/>
          <a:p>
            <a:pPr algn="l"/>
            <a:r>
              <a:rPr sz="3000" b="1">
                <a:solidFill>
                  <a:srgbClr val="363C40"/>
                </a:solidFill>
                <a:latin typeface="Arial"/>
              </a:rPr>
              <a:t>1,050</a:t>
            </a:r>
          </a:p>
        </p:txBody>
      </p:sp>
      <p:sp>
        <p:nvSpPr>
          <p:cNvPr id="29" name="TextBox 28"/>
          <p:cNvSpPr txBox="1"/>
          <p:nvPr/>
        </p:nvSpPr>
        <p:spPr>
          <a:xfrm>
            <a:off x="6976872" y="2395728"/>
            <a:ext cx="1682496" cy="292607"/>
          </a:xfrm>
          <a:prstGeom prst="rect">
            <a:avLst/>
          </a:prstGeom>
          <a:noFill/>
        </p:spPr>
        <p:txBody>
          <a:bodyPr wrap="square" lIns="0" rIns="0" tIns="0" bIns="0">
            <a:spAutoFit/>
          </a:bodyPr>
          <a:lstStyle/>
          <a:p>
            <a:pPr algn="l"/>
            <a:r>
              <a:rPr sz="950" b="0">
                <a:solidFill>
                  <a:srgbClr val="363C40"/>
                </a:solidFill>
                <a:latin typeface="Arial"/>
              </a:rPr>
              <a:t>Combined August and September</a:t>
            </a:r>
          </a:p>
          <a:p>
            <a:pPr algn="l"/>
            <a:r>
              <a:rPr sz="950" b="0">
                <a:solidFill>
                  <a:srgbClr val="363C40"/>
                </a:solidFill>
                <a:latin typeface="Arial"/>
              </a:rPr>
              <a:t>plan, to complete Q3</a:t>
            </a:r>
          </a:p>
        </p:txBody>
      </p:sp>
      <p:sp>
        <p:nvSpPr>
          <p:cNvPr id="30" name="TextBox 29"/>
          <p:cNvSpPr txBox="1"/>
          <p:nvPr/>
        </p:nvSpPr>
        <p:spPr>
          <a:xfrm>
            <a:off x="384048" y="2980944"/>
            <a:ext cx="8375904" cy="237744"/>
          </a:xfrm>
          <a:prstGeom prst="rect">
            <a:avLst/>
          </a:prstGeom>
          <a:noFill/>
        </p:spPr>
        <p:txBody>
          <a:bodyPr wrap="square" lIns="0" rIns="0" tIns="0" bIns="0">
            <a:spAutoFit/>
          </a:bodyPr>
          <a:lstStyle/>
          <a:p>
            <a:pPr algn="l"/>
            <a:r>
              <a:rPr sz="1100" b="1">
                <a:solidFill>
                  <a:srgbClr val="363C40"/>
                </a:solidFill>
                <a:latin typeface="Arial"/>
              </a:rPr>
              <a:t>Average new Ortho patients per month, actual vs. plan</a:t>
            </a:r>
          </a:p>
        </p:txBody>
      </p:sp>
      <p:graphicFrame>
        <p:nvGraphicFramePr>
          <p:cNvPr id="31" name="Chart 30"/>
          <p:cNvGraphicFramePr>
            <a:graphicFrameLocks noGrp="1"/>
          </p:cNvGraphicFramePr>
          <p:nvPr/>
        </p:nvGraphicFramePr>
        <p:xfrm>
          <a:off x="274320" y="3236976"/>
          <a:ext cx="8595360" cy="2395728"/>
        </p:xfrm>
        <a:graphic>
          <a:graphicData uri="http://schemas.openxmlformats.org/drawingml/2006/chart">
            <c:chart xmlns:c="http://schemas.openxmlformats.org/drawingml/2006/chart" r:id="rId5"/>
          </a:graphicData>
        </a:graphic>
      </p:graphicFrame>
      <p:sp>
        <p:nvSpPr>
          <p:cNvPr id="32" name="TextBox 31"/>
          <p:cNvSpPr txBox="1"/>
          <p:nvPr/>
        </p:nvSpPr>
        <p:spPr>
          <a:xfrm>
            <a:off x="384048" y="5724144"/>
            <a:ext cx="8375904" cy="530352"/>
          </a:xfrm>
          <a:prstGeom prst="rect">
            <a:avLst/>
          </a:prstGeom>
          <a:noFill/>
        </p:spPr>
        <p:txBody>
          <a:bodyPr wrap="square" lIns="0" rIns="0" tIns="0" bIns="0">
            <a:spAutoFit/>
          </a:bodyPr>
          <a:lstStyle/>
          <a:p>
            <a:pPr algn="l"/>
            <a:r>
              <a:rPr sz="1050" b="0">
                <a:solidFill>
                  <a:srgbClr val="363C40"/>
                </a:solidFill>
                <a:latin typeface="Arial"/>
              </a:rPr>
              <a:t>July delivered 534 patients against a plan of 523 — the highest plan attainment of any month this year. The full Q3 plan is 1,573 patients; the combined August and September plan is 1,050.</a:t>
            </a:r>
          </a:p>
        </p:txBody>
      </p:sp>
      <p:sp>
        <p:nvSpPr>
          <p:cNvPr id="33" name="TextBox 32"/>
          <p:cNvSpPr txBox="1"/>
          <p:nvPr/>
        </p:nvSpPr>
        <p:spPr>
          <a:xfrm>
            <a:off x="384048" y="6309360"/>
            <a:ext cx="8375904" cy="182880"/>
          </a:xfrm>
          <a:prstGeom prst="rect">
            <a:avLst/>
          </a:prstGeom>
          <a:noFill/>
        </p:spPr>
        <p:txBody>
          <a:bodyPr wrap="square" lIns="0" rIns="0" tIns="0" bIns="0">
            <a:spAutoFit/>
          </a:bodyPr>
          <a:lstStyle/>
          <a:p>
            <a:pPr algn="l"/>
            <a:r>
              <a:rPr sz="750" b="0">
                <a:solidFill>
                  <a:srgbClr val="6B7276"/>
                </a:solidFill>
                <a:latin typeface="Arial"/>
              </a:rPr>
              <a:t>Source: EMR new-patient report, first appointment date, pulled 30 July 2026. July includes appointments booked through 31 July.</a:t>
            </a:r>
          </a:p>
        </p:txBody>
      </p:sp>
    </p:spTree>
    <p:extLst>
      <p:ext uri="{BB962C8B-B14F-4D97-AF65-F5344CB8AC3E}">
        <p14:creationId xmlns:p14="http://schemas.microsoft.com/office/powerpoint/2010/main" val="71137026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146&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oq5LhxvTo63Xst0MH5yc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4SrwU8IrS7.hLHUQCFUw5Q"/>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4SrwU8IrS7.hLHUQCFUw5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4SrwU8IrS7.hLHUQCFUw5Q"/>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jT.VFowITYW8rZoBmhrijg"/>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nJe_6lejTkeeZhOOETvuQ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JTikczi7SZy9DeMqRd5fe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EK0WoNYSTS6qUKdHNRXMU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c0YGFs.0RHuD_wKkBEpCO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oI3w7crGSFWjGX56jA_hbA"/>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Synergy">
      <a:dk1>
        <a:sysClr val="windowText" lastClr="000000"/>
      </a:dk1>
      <a:lt1>
        <a:sysClr val="window" lastClr="FFFFFF"/>
      </a:lt1>
      <a:dk2>
        <a:srgbClr val="49A698"/>
      </a:dk2>
      <a:lt2>
        <a:srgbClr val="B4CAD6"/>
      </a:lt2>
      <a:accent1>
        <a:srgbClr val="49A698"/>
      </a:accent1>
      <a:accent2>
        <a:srgbClr val="CE4A57"/>
      </a:accent2>
      <a:accent3>
        <a:srgbClr val="54819B"/>
      </a:accent3>
      <a:accent4>
        <a:srgbClr val="363C40"/>
      </a:accent4>
      <a:accent5>
        <a:srgbClr val="C1C6C8"/>
      </a:accent5>
      <a:accent6>
        <a:srgbClr val="FFD965"/>
      </a:accent6>
      <a:hlink>
        <a:srgbClr val="7F7F7F"/>
      </a:hlink>
      <a:folHlink>
        <a:srgbClr val="5F6A7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28ef67f8-a371-418b-9ddd-08008e32325d">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73CC4C20675264187B103DA8D876018" ma:contentTypeVersion="12" ma:contentTypeDescription="Create a new document." ma:contentTypeScope="" ma:versionID="6931622fb6c206d6b16e811eee5c2fad">
  <xsd:schema xmlns:xsd="http://www.w3.org/2001/XMLSchema" xmlns:xs="http://www.w3.org/2001/XMLSchema" xmlns:p="http://schemas.microsoft.com/office/2006/metadata/properties" xmlns:ns2="28ef67f8-a371-418b-9ddd-08008e32325d" xmlns:ns3="2b3194d1-2806-4d14-9b25-51fa8ade83f9" targetNamespace="http://schemas.microsoft.com/office/2006/metadata/properties" ma:root="true" ma:fieldsID="b6e9e0b725432df05808ec78be72b674" ns2:_="" ns3:_="">
    <xsd:import namespace="28ef67f8-a371-418b-9ddd-08008e32325d"/>
    <xsd:import namespace="2b3194d1-2806-4d14-9b25-51fa8ade83f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8ef67f8-a371-418b-9ddd-08008e3232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513a55d5-c9e3-4ca0-9595-4e0896c5e8c2"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DateTaken" ma:index="19" nillable="true" ma:displayName="MediaServiceDateTaken" ma:hidden="true" ma:indexed="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b3194d1-2806-4d14-9b25-51fa8ade83f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3C20B91-513C-4A7C-91DA-4C9332A07A40}">
  <ds:schemaRefs>
    <ds:schemaRef ds:uri="28ef67f8-a371-418b-9ddd-08008e32325d"/>
    <ds:schemaRef ds:uri="2b3194d1-2806-4d14-9b25-51fa8ade83f9"/>
    <ds:schemaRef ds:uri="http://www.w3.org/XML/1998/namespace"/>
    <ds:schemaRef ds:uri="http://purl.org/dc/terms/"/>
    <ds:schemaRef ds:uri="http://purl.org/dc/dcmitype/"/>
    <ds:schemaRef ds:uri="http://purl.org/dc/elements/1.1/"/>
    <ds:schemaRef ds:uri="http://schemas.microsoft.com/office/2006/documentManagement/types"/>
    <ds:schemaRef ds:uri="http://schemas.openxmlformats.org/package/2006/metadata/core-properties"/>
    <ds:schemaRef ds:uri="http://schemas.microsoft.com/office/infopath/2007/PartnerControls"/>
    <ds:schemaRef ds:uri="http://schemas.microsoft.com/office/2006/metadata/properties"/>
  </ds:schemaRefs>
</ds:datastoreItem>
</file>

<file path=customXml/itemProps2.xml><?xml version="1.0" encoding="utf-8"?>
<ds:datastoreItem xmlns:ds="http://schemas.openxmlformats.org/officeDocument/2006/customXml" ds:itemID="{3BD46F75-04BC-4CEB-BFBF-FCBBE1C8E342}">
  <ds:schemaRefs>
    <ds:schemaRef ds:uri="http://schemas.microsoft.com/sharepoint/v3/contenttype/forms"/>
  </ds:schemaRefs>
</ds:datastoreItem>
</file>

<file path=customXml/itemProps3.xml><?xml version="1.0" encoding="utf-8"?>
<ds:datastoreItem xmlns:ds="http://schemas.openxmlformats.org/officeDocument/2006/customXml" ds:itemID="{EB2D9FC7-CC55-4243-8239-CC98863D30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8ef67f8-a371-418b-9ddd-08008e32325d"/>
    <ds:schemaRef ds:uri="2b3194d1-2806-4d14-9b25-51fa8ade83f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77</TotalTime>
  <Words>18</Words>
  <Application>Microsoft Office PowerPoint</Application>
  <PresentationFormat>On-screen Show (4:3)</PresentationFormat>
  <Paragraphs>7</Paragraphs>
  <Slides>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vt:i4>
      </vt:variant>
    </vt:vector>
  </HeadingPairs>
  <TitlesOfParts>
    <vt:vector size="11" baseType="lpstr">
      <vt:lpstr>Arial</vt:lpstr>
      <vt:lpstr>Calibri</vt:lpstr>
      <vt:lpstr>Courier New</vt:lpstr>
      <vt:lpstr>Goldplay Bold</vt:lpstr>
      <vt:lpstr>Goldplay Regular</vt:lpstr>
      <vt:lpstr>Wingdings</vt:lpstr>
      <vt:lpstr>Office Theme</vt:lpstr>
      <vt:lpstr>think-cell Slide</vt:lpstr>
      <vt:lpstr>PowerPoint Presentation</vt:lpstr>
      <vt:lpstr>New Patient Growth:  Joe </vt:lpstr>
      <vt:lpstr>New Patient Growth:  Joe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SHP Corporate</dc:creator>
  <cp:lastModifiedBy>Kathryn Pring</cp:lastModifiedBy>
  <cp:revision>831</cp:revision>
  <cp:lastPrinted>2021-08-17T18:52:19Z</cp:lastPrinted>
  <dcterms:created xsi:type="dcterms:W3CDTF">2018-07-16T09:04:12Z</dcterms:created>
  <dcterms:modified xsi:type="dcterms:W3CDTF">2026-07-20T12:41:20Z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0x010100173CC4C20675264187B103DA8D876018</vt:lpwstr>
  </property>
  <property fmtid="{D5CDD505-2E9C-101B-9397-08002B2CF9AE}" pid="3" name="MediaServiceImageTags">
    <vt:lpwstr/>
  </property>
</Properties>
</file>