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74b26fd-819d-5a8e-c5c5-e9ecfb75519f}">
          <p14:sldIdLst>
            <p14:sldId id="256"/>
            <p14:sldId id="257"/>
          </p14:sldIdLst>
        </p14:section>
        <p14:section name="Your referrers" id="{fab9c56c-2a62-3c25-669a-802a429a7dcd}">
          <p14:sldIdLst>
            <p14:sldId id="258"/>
            <p14:sldId id="259"/>
            <p14:sldId id="260"/>
            <p14:sldId id="261"/>
          </p14:sldIdLst>
        </p14:section>
        <p14:section name="What moved" id="{3a07670a-68c5-5507-b208-6fe45f13fe39}">
          <p14:sldIdLst>
            <p14:sldId id="262"/>
            <p14:sldId id="263"/>
          </p14:sldIdLst>
        </p14:section>
        <p14:section name="Working with the liaison team" id="{280f1e5b-6df9-7d64-0424-baad9a4df3b7}">
          <p14:sldIdLst>
            <p14:sldId id="264"/>
          </p14:sldIdLst>
        </p14:section>
        <p14:section name="Appendix" id="{3438e6dc-1366-6a6d-3099-51c0fb84b12c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7</c:v>
                </c:pt>
                <c:pt idx="2">
                  <c:v>3</c:v>
                </c:pt>
                <c:pt idx="3">
                  <c:v>3</c:v>
                </c:pt>
                <c:pt idx="4">
                  <c:v>8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Primary care (16 practices)</c:v>
                  </c:pt>
                  <c:pt idx="1">
                    <c:v>Urgent care (3 practices)</c:v>
                  </c:pt>
                  <c:pt idx="2">
                    <c:v>Orthopedic-tagged (1 practice)</c:v>
                  </c:pt>
                  <c:pt idx="3">
                    <c:v>Pain management (1 practice)</c:v>
                  </c:pt>
                  <c:pt idx="4">
                    <c:v>Not yet in MMC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3, Feb 7, Mar 3, Apr 3, May 8, Jun 1, Jul 0, Aug 0, Sep (to 25th) 1. 1 referral came from a provider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a hard cut: by count, then most recent referral, then name; Appendix A has every practice.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Munk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26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21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21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13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12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Q3 is a short, under-entered quarter, but the drop is large enough that the Suggested slide raises it as a routing question.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11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1 practice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8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 in the spine book: 1 practice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1 referral came from a provider not yet linked to a practice, so no liaison covers it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11 of 21 by count (ties: most recent referral by exact date, then name); all in Appendix A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 Ferraiulo (Stefanski) NP (1); Kristina Suede NP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Sabbagh MD (1); Kate Blackwell PA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Well Urgent Care Madison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Compassionate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Vasiq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Bazzy NP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Macomb Medical Associates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Richmond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Weymouth PA-C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Bellisario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Rosen PA-C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Gammons Medical - 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Gammons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Neurology and Spine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Miller NP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Physicians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Lalitha Koneru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Top 12 of 21 clinician–practice rows (21 people) by count (ties: most recent referral by exact date, then name); all in Appendix B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Vasiq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Compassionate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Bazzy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Weymouth PA-C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Macomb Medical Associates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Richmond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Bellisario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Kristina Suede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Rosen PA-C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Gammons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Gammons Medical - 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Miller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Neurology and Spine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 Blackwell 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 Ferraiulo (Stefanski)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Lalitha Koneru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Physicians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1 referral not yet tied to a practice — not yet in Map My Customer (names as logged, credentials omitted; the liaisons are adding them): Narin Tanir Avci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4476902"/>
          </a:xfrm>
          <a:prstGeom prst="roundRect">
            <a:avLst>
              <a:gd name="adj" fmla="val 2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1 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278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1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Sterling Medical Center &amp; Urgent Care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48274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4476902"/>
          </a:xfrm>
          <a:prstGeom prst="roundRect">
            <a:avLst>
              <a:gd name="adj" fmla="val 2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4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255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Michigan Compassionate Care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Feb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Oak Street Health - Eastgate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May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Mitchell Medical Center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May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Get Well Urgent Care Madison Heights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Apr 2026 — still sends other service lines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5345582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Where a practice is quiet for the whole group, a two-minute call from you lands differently; where it still sends to a colleague or another line, nothing is wrong beyond routing.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4011612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two-minute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966618" cy="23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Michigan Compassionate Care — quiet for the whole group since July 1. Not from the liaison: from the physician who saw their patients. Ask whether they received notes back.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4011612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253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200400"/>
            <a:ext cx="2966618" cy="23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Sterling Medical Center &amp; Urgent Care (1 this year) and North Macomb Medical Associates (1 this year) — one patient each so far, so a thank-you for the first rather than for continuing.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4011612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02117" y="19659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routing question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200400"/>
            <a:ext cx="2966618" cy="23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Is this schedule or routing? Your in-person B2B spine intake went Q1 13 · Q2 12 · Q3 to date 1 (nothing in July or August), and the distinct practices sending to you went 12 → 10 → 1. The log records who the patient saw, so schedule, template and intake routing can move this as much as referring patterns can. Are former senders now going to colleagues?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9318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(1 of 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21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 Ferraiulo (Stefanski) NP (1); Kristina Suede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Sabbagh MD (1); Kate Blackwell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Well Urgent Care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Compassionate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Vasiq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Bazzy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Macomb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Richmond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Weymouth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Bellisario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Rosen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Gammons Medical - 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Gammons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Neurology and Spine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Miller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Physicians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Lalitha Koneru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(2 of 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21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Katherine Doyle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Massimiliano Vitale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Water Urgent Care - 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Lexington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Christie Laming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Corwell health orthopedics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Khalid Odeh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Rachel Kloski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 Medicine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Cheryl Canto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Bingham Farms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Oluwasayo Akinyosoye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(1 of 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21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Vasiq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Compassionate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Bazzy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Weymouth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Macomb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Richmond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Bellisario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Kristina Suede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Rosen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Gammons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Gammons Medical - 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Miller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Neurology and Spine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 Blackwell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 Ferraiulo (Stefanski)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- Eastgate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Lalitha Koneru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Physicians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(2 of 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21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Mullally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Katherine Doyle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Massimiliano Vitale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Christie Laming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Lexington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Sabbagh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Khalid Odeh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Corwell health orthopedics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Rachel Kloski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Cheryl Canto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 Medicine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Huron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Oluwasayo Akinyosoye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Bingham Farms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C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Munk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2026-10-14T14:27:46Z</dcterms:created>
  <dcterms:modified xsi:type="dcterms:W3CDTF">2026-10-14T14:27:46Z</dcterms:modified>
</cp:coreProperties>
</file>