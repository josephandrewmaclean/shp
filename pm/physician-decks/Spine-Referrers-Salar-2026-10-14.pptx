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3dbdd06-444f-b38a-315a-d28e11ea619d}">
          <p14:sldIdLst>
            <p14:sldId id="256"/>
            <p14:sldId id="257"/>
          </p14:sldIdLst>
        </p14:section>
        <p14:section name="Your referrers" id="{838ca773-929f-9a48-d141-e429d609ab0e}">
          <p14:sldIdLst>
            <p14:sldId id="258"/>
            <p14:sldId id="259"/>
            <p14:sldId id="260"/>
            <p14:sldId id="261"/>
          </p14:sldIdLst>
        </p14:section>
        <p14:section name="What moved" id="{a4da4c0e-2a17-18e1-4299-5b32e42995b3}">
          <p14:sldIdLst>
            <p14:sldId id="262"/>
            <p14:sldId id="263"/>
          </p14:sldIdLst>
        </p14:section>
        <p14:section name="Working with the liaison team" id="{8e67b4c6-bb3e-17e0-d562-c54beaee311e}">
          <p14:sldIdLst>
            <p14:sldId id="264"/>
          </p14:sldIdLst>
        </p14:section>
        <p14:section name="Appendix" id="{bb260588-d8e2-ada6-1371-bc9a03e6fe73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</c:v>
                </c:pt>
                <c:pt idx="1">
                  <c:v>9</c:v>
                </c:pt>
                <c:pt idx="2">
                  <c:v>11</c:v>
                </c:pt>
                <c:pt idx="3">
                  <c:v>7</c:v>
                </c:pt>
                <c:pt idx="4">
                  <c:v>16</c:v>
                </c:pt>
                <c:pt idx="5">
                  <c:v>7</c:v>
                </c:pt>
                <c:pt idx="6">
                  <c:v>2</c:v>
                </c:pt>
                <c:pt idx="7">
                  <c:v>10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Primary care (40 practices)</c:v>
                  </c:pt>
                  <c:pt idx="1">
                    <c:v>Urgent care (4 practices)</c:v>
                  </c:pt>
                  <c:pt idx="2">
                    <c:v>Orthopedic-tagged (4 practices)</c:v>
                  </c:pt>
                  <c:pt idx="3">
                    <c:v>Not yet in MMC</c:v>
                  </c:pt>
                  <c:pt idx="4">
                    <c:v>Attorney (auto / WC) (3 practices)</c:v>
                  </c:pt>
                  <c:pt idx="5">
                    <c:v>Neurology (1 practice)</c:v>
                  </c:pt>
                  <c:pt idx="6">
                    <c:v>Pain management (1 practice)</c:v>
                  </c:pt>
                  <c:pt idx="7">
                    <c:v>Physical therapy (1 practice)</c:v>
                  </c:pt>
                  <c:pt idx="8">
                    <c:v>Pediatrics (1 practice)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</c:v>
                </c:pt>
                <c:pt idx="1">
                  <c:v>10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14, Feb 9, Mar 11, Apr 7, May 16, Jun 7, Jul 2, Aug 10, Sep (to 25th) 5. 4 referrals came from providers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a hard cut: by count, then most recent referral, then name; Appendix A has every practice.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Salar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87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81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55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30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17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Q3 is a short, under-entered quarter, but the drop is large enough that the Suggested slide raises it as a routing question. Your 6 telehealth first-visits (since July) are not in these bars.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29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13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13 practices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4 referrals came from providers not yet linked to a practice, so no liaison covers them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12 of 55 by count (ties: most recent referral by exact date, then name); all in Appendix A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QuickDoc 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Eastpointe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2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Mohamad Rahbar MD (6)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2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(3); Richard Ozog DO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Hoover Primary Care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Farah Salem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Cheryl Anne Johnstone MD (1); Ross A Summers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 Youngblood PA-C (1); Mayuri Bharathan PA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 Jones DNP (1); Nabil Suliman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Top 12 of 55 clinician–practice rows (55 people) by count (ties: most recent referral by exact date, then name); all in Appendix B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Mohamad Rahbar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QuickDoc 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Eastpointe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Farah Salem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Hoover Primary Care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Ozog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Sommer Shefferly PA-C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Family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Alicja Nerga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Medical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4 referrals not yet tied to a practice — not yet in Map My Customer (names as logged, credentials omitted; the liaisons are adding them): Andrew Youssef · Danielle M Schramm · Kywona Bernard · 1 with no provider named on the referral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12 practices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5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Hoover Primary Care Medical Group · Grace Medical of Troy · Sterling Medical Center &amp; Urgent Care · Legacy Family Medicine · Premier Pediatrics Dearborn Heights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5 whose spine patients a colleague saw earlier in the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Agha Internal Medicine and Associates, PC · Michigan Auto Law · Henry Ford Primary Care Center - 160 · Beaumont Medical Center - Redford · and 1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whose earlier spine patients came through the telehealth intake with no doctor recorded, so we cannot tell whether they are new to you: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Safir Law · Mike Morse Law Firm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10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Hermann Banks MD PC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Jun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Metro Medical Practice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Mar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Maan Askar MD - 13 Mile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May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Premier Medicine Medical Center - Livonia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Apr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Powers Family Medicine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Apr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tx1"/>
                </a:solidFill>
              </a:rPr>
              <a:t>and 5 more, each still sending to the group or another line (Appendix A: spine 2+, last referral before July)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5394960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Where a practice is quiet for the whole group, a two-minute call from you lands differently; where it still sends to a colleague or another line, nothing is wrong beyond routing.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3813175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two-minute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966618" cy="216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Hermann Banks MD PC and Metro Medical Practice — quiet for the whole group since July 1. Not from the liaison: from the physician who saw their patients. Ask whether they received notes back.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3813175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253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200400"/>
            <a:ext cx="2966618" cy="216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QuickDoc Urgent Care (6 this year) and Park Medical Centers (5 this year) — your top clinical senders still sending.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3813175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02117" y="19659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routing question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200400"/>
            <a:ext cx="2966618" cy="216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Is this schedule or routing? Your in-person B2B spine intake went Q1 34 · Q2 30 · Q3 to date 17, and the distinct practices sending to you went 28 → 22 → 13. The log records who the patient saw, so schedule, template and intake routing can move this as much as referring patterns can. Are former senders now going to colleagues?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733415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(1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QuickDoc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2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Mohamad Rahbar MD (6)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2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(3); Richard Ozog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Hoover Primary Care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Farah Salem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Cheryl Anne Johnstone MD (1); Ross A Summers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 Youngblood PA-C (1); Mayuri Bharathan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 Jones DNP (1); Nabil Suliman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(2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Sommer Shefferly PA-C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Medical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Alicja Nerga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Elizabeth Ryman PA (1); Ronald Bellisario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Lanzilote DO-Family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Kodali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Erica Balysh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 Medical of 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Nancy Mansour-Habib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AbdulHassan Saad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Anthony Sayegh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Agha Internal Medicine and Associates,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Hooman B Agha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Auto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Safir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(3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Liza Weathersby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Lakes Urgent Care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Pediatrics 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Mazen Hamameh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 Community Heath Center - VA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Carolyn Richards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Gratiot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Harper Woods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Darwish Darwish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Plymouth physical therapy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 Lefere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Heather Koza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Cherry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 Vasquez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Zachary Kranz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 - Waltz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Boston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Finazzo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(4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Northville West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Nader Demeri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Family Doctor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Keith McKenzie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Norlivo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Amadeo Sturla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Katie Simkow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Hawkins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Southfield - Telegraph Rd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 Webster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Rachel Gillespie DPM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Ballitch Trate, DO,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Ballitch Trate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 Orthopedics of Michigan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Jospeh Salama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Brigid Healthcare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 (Harry) Wang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Parkway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 Khater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(5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Lakefront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Benjamin Osowa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Family Clinic,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Howard Wright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 (Medicaid)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Brown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PelHam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Talal Khader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Masood Shahab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 Family Physicians,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Mutahhar Ahmad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(1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Mohamad Rahbar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QuickDoc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Farah Salem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Hoover Primary Care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Ozog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Angelica Francu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Sommer Shefferly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Alicja Nerga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Medical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Kodali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Lanzilote DO-Family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Erica Balysh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(2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Nancy Mansour-Habib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 Medical of 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AbdulHassan Saad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Medical Center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Anthony Sayegh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Hooman B Agha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Agha Internal Medicine and Associates,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Antone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Primary Care Center - 160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Liza Weathersby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 A Summers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Mayuri Bharathan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Mazen Hamameh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Pediatrics 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Carolyn Richards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 Community Heath Center - VA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Darwish Darwish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Gratiot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Harper Woods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 Lefere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Plymouth physical therapy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Heather Koza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Cheryl Anne Johnstone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(3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 Vasquez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Cherry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Zachary Kranz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Finazzo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 - Waltz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Boston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Nader Demeri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Northville West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Keith McKenzie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Family Doctor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Amadeo Sturla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Norlivo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Katie Simkow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Hawkins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 Jones DNP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 Webster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Southfield - Telegraph Rd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Rachel Gillespie DPM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Ballitch Trate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Ballitch Trate, DO,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George Nassif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 (Harry) Wang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Brigid Healthcare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(4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55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Jospeh Salama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 Orthopedics of Michigan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 Khater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Parkway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 Youngblood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Elizabeth Ryman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Benjamin Osowa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Lakefront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Howard Wright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Family Clinic,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Nabil Suliman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Brown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 (Medicaid)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Talal Khader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PelHam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Masood Shahab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Mutahhar Ahmad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 Family Physicians,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Bellisario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C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Salar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2026-10-14T14:27:45Z</dcterms:created>
  <dcterms:modified xsi:type="dcterms:W3CDTF">2026-10-14T14:27:45Z</dcterms:modified>
</cp:coreProperties>
</file>